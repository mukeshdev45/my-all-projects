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</p:sldMasterIdLst>
  <p:sldIdLst>
    <p:sldId id="274" r:id="rId2"/>
    <p:sldId id="257" r:id="rId3"/>
    <p:sldId id="258" r:id="rId4"/>
    <p:sldId id="259" r:id="rId5"/>
  </p:sldIdLst>
  <p:sldSz cx="7556500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194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6018" y="2257498"/>
            <a:ext cx="5471494" cy="5191680"/>
          </a:xfrm>
        </p:spPr>
        <p:txBody>
          <a:bodyPr anchor="b"/>
          <a:lstStyle>
            <a:lvl1pPr>
              <a:defRPr sz="5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6018" y="7449174"/>
            <a:ext cx="5471494" cy="1343177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37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5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3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1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89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6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448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22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713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51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9" y="4462186"/>
            <a:ext cx="5471494" cy="2986990"/>
          </a:xfrm>
        </p:spPr>
        <p:txBody>
          <a:bodyPr anchor="b"/>
          <a:lstStyle>
            <a:lvl1pPr algn="l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018" y="7449175"/>
            <a:ext cx="5471494" cy="1341587"/>
          </a:xfrm>
        </p:spPr>
        <p:txBody>
          <a:bodyPr anchor="t"/>
          <a:lstStyle>
            <a:lvl1pPr marL="0" indent="0" algn="l">
              <a:buNone/>
              <a:defRPr sz="1653" cap="all">
                <a:solidFill>
                  <a:schemeClr val="accent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252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002" y="3212973"/>
            <a:ext cx="2725524" cy="6542282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521" y="3205983"/>
            <a:ext cx="2725526" cy="6549271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212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02" y="2970389"/>
            <a:ext cx="272552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002" y="3920913"/>
            <a:ext cx="2725524" cy="5834340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05522" y="2970389"/>
            <a:ext cx="2725524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05522" y="3920913"/>
            <a:ext cx="2725524" cy="5834340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632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4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128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7" y="2257495"/>
            <a:ext cx="2108500" cy="2257496"/>
          </a:xfrm>
        </p:spPr>
        <p:txBody>
          <a:bodyPr anchor="b"/>
          <a:lstStyle>
            <a:lvl1pPr algn="l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6238" y="2257496"/>
            <a:ext cx="3221275" cy="7128933"/>
          </a:xfrm>
        </p:spPr>
        <p:txBody>
          <a:bodyPr anchor="ctr">
            <a:normAutofit/>
          </a:bodyPr>
          <a:lstStyle>
            <a:lvl1pPr>
              <a:defRPr sz="1653"/>
            </a:lvl1pPr>
            <a:lvl2pPr>
              <a:defRPr sz="1488"/>
            </a:lvl2pPr>
            <a:lvl3pPr>
              <a:defRPr sz="1322"/>
            </a:lvl3pPr>
            <a:lvl4pPr>
              <a:defRPr sz="1157"/>
            </a:lvl4pPr>
            <a:lvl5pPr>
              <a:defRPr sz="1157"/>
            </a:lvl5pPr>
            <a:lvl6pPr>
              <a:defRPr sz="1157"/>
            </a:lvl6pPr>
            <a:lvl7pPr>
              <a:defRPr sz="1157"/>
            </a:lvl7pPr>
            <a:lvl8pPr>
              <a:defRPr sz="1157"/>
            </a:lvl8pPr>
            <a:lvl9pPr>
              <a:defRPr sz="115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7" y="4879361"/>
            <a:ext cx="2108500" cy="4514990"/>
          </a:xfrm>
        </p:spPr>
        <p:txBody>
          <a:bodyPr/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100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368" y="2891166"/>
            <a:ext cx="3157363" cy="2455534"/>
          </a:xfrm>
        </p:spPr>
        <p:txBody>
          <a:bodyPr anchor="b">
            <a:normAutofit/>
          </a:bodyPr>
          <a:lstStyle>
            <a:lvl1pPr algn="l">
              <a:defRPr sz="297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08393" y="1782234"/>
            <a:ext cx="1984098" cy="71289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7" y="5703147"/>
            <a:ext cx="3152449" cy="2138680"/>
          </a:xfrm>
        </p:spPr>
        <p:txBody>
          <a:bodyPr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35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9" y="7485360"/>
            <a:ext cx="5471494" cy="883691"/>
          </a:xfrm>
        </p:spPr>
        <p:txBody>
          <a:bodyPr anchor="b">
            <a:normAutofit/>
          </a:bodyPr>
          <a:lstStyle>
            <a:lvl1pPr algn="l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16018" y="1069340"/>
            <a:ext cx="5471494" cy="56767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9" y="8369051"/>
            <a:ext cx="5471493" cy="769825"/>
          </a:xfrm>
        </p:spPr>
        <p:txBody>
          <a:bodyPr>
            <a:normAutofit/>
          </a:bodyPr>
          <a:lstStyle>
            <a:lvl1pPr marL="0" indent="0">
              <a:buNone/>
              <a:defRPr sz="992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710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8" y="2257496"/>
            <a:ext cx="5471494" cy="3089204"/>
          </a:xfrm>
        </p:spPr>
        <p:txBody>
          <a:bodyPr/>
          <a:lstStyle>
            <a:lvl1pPr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8" y="5703147"/>
            <a:ext cx="5471494" cy="3683282"/>
          </a:xfrm>
        </p:spPr>
        <p:txBody>
          <a:bodyPr anchor="ctr">
            <a:normAutofit/>
          </a:bodyPr>
          <a:lstStyle>
            <a:lvl1pPr marL="0" indent="0">
              <a:buNone/>
              <a:defRPr sz="1488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979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304" y="2257496"/>
            <a:ext cx="4959200" cy="3613816"/>
          </a:xfrm>
        </p:spPr>
        <p:txBody>
          <a:bodyPr/>
          <a:lstStyle>
            <a:lvl1pPr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02008" y="5871311"/>
            <a:ext cx="4503713" cy="533538"/>
          </a:xfrm>
        </p:spPr>
        <p:txBody>
          <a:bodyPr anchor="t">
            <a:normAutofit/>
          </a:bodyPr>
          <a:lstStyle>
            <a:lvl1pPr marL="0" indent="0">
              <a:buNone/>
              <a:defRPr lang="en-US" sz="1157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8" y="6783802"/>
            <a:ext cx="5471494" cy="2613942"/>
          </a:xfrm>
        </p:spPr>
        <p:txBody>
          <a:bodyPr anchor="ctr">
            <a:normAutofit/>
          </a:bodyPr>
          <a:lstStyle>
            <a:lvl1pPr marL="0" indent="0">
              <a:buNone/>
              <a:defRPr sz="1488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556901" y="1514435"/>
            <a:ext cx="497148" cy="164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0082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4467" y="4075572"/>
            <a:ext cx="497148" cy="164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0082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0525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8" y="4871439"/>
            <a:ext cx="5471495" cy="2577736"/>
          </a:xfrm>
        </p:spPr>
        <p:txBody>
          <a:bodyPr anchor="b"/>
          <a:lstStyle>
            <a:lvl1pPr algn="l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018" y="7449175"/>
            <a:ext cx="5471494" cy="1341587"/>
          </a:xfrm>
        </p:spPr>
        <p:txBody>
          <a:bodyPr anchor="t"/>
          <a:lstStyle>
            <a:lvl1pPr marL="0" indent="0" algn="l">
              <a:buNone/>
              <a:defRPr sz="1653" cap="none">
                <a:solidFill>
                  <a:schemeClr val="accent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861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98" y="3089204"/>
            <a:ext cx="1826919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04497" y="4158544"/>
            <a:ext cx="1814819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07688" y="3089204"/>
            <a:ext cx="1820331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401144" y="4158544"/>
            <a:ext cx="1826874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16980" y="3089204"/>
            <a:ext cx="181777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4416980" y="4158544"/>
            <a:ext cx="1817773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310033" y="3326836"/>
            <a:ext cx="0" cy="617840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316254" y="3326836"/>
            <a:ext cx="0" cy="6185397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5233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497" y="6628332"/>
            <a:ext cx="182269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04497" y="3445651"/>
            <a:ext cx="1822693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04497" y="7526876"/>
            <a:ext cx="1822693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11231" y="6628332"/>
            <a:ext cx="1816788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411230" y="3445651"/>
            <a:ext cx="1816788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410391" y="7526874"/>
            <a:ext cx="1819194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16980" y="6628332"/>
            <a:ext cx="181777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4416979" y="3445651"/>
            <a:ext cx="1817773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4416904" y="7526871"/>
            <a:ext cx="1820180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310033" y="3326836"/>
            <a:ext cx="0" cy="617840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316254" y="3326836"/>
            <a:ext cx="0" cy="6185397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48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889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48223" y="670816"/>
            <a:ext cx="1086530" cy="908443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497" y="1205627"/>
            <a:ext cx="4602004" cy="8549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599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5205781" y="2613942"/>
            <a:ext cx="2329921" cy="4396176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4702014" y="-712894"/>
            <a:ext cx="1322388" cy="2495127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5205781" y="9505245"/>
            <a:ext cx="818621" cy="1544602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27254" y="4158544"/>
            <a:ext cx="3463396" cy="6534856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693992" y="4514991"/>
            <a:ext cx="1952096" cy="3683282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6400914" y="0"/>
            <a:ext cx="566738" cy="17143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559" y="705905"/>
            <a:ext cx="5830488" cy="21837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02" y="3201043"/>
            <a:ext cx="5546436" cy="6541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5830786" y="2935318"/>
            <a:ext cx="1544601" cy="18896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9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3736795" y="5172231"/>
            <a:ext cx="6018421" cy="1889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9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18093" y="461130"/>
            <a:ext cx="519644" cy="11970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315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84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377830" rtl="0" eaLnBrk="1" latinLnBrk="0" hangingPunct="1">
        <a:spcBef>
          <a:spcPct val="0"/>
        </a:spcBef>
        <a:buNone/>
        <a:defRPr sz="3471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3373" indent="-283373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53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613974" indent="-236144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88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94457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2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32240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70023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07806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45589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83372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21155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83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66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49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32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15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698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481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264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149" y="684175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to: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8149" y="732790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Vidushi Srivastava</a:t>
            </a: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1086" y="5066199"/>
            <a:ext cx="3439272" cy="632373"/>
          </a:xfrm>
          <a:prstGeom prst="rect">
            <a:avLst/>
          </a:prstGeom>
        </p:spPr>
        <p:txBody>
          <a:bodyPr vert="horz" wrap="square" lIns="0" tIns="57297" rIns="0" bIns="0" rtlCol="0">
            <a:spAutoFit/>
          </a:bodyPr>
          <a:lstStyle/>
          <a:p>
            <a:pPr marL="53256">
              <a:spcBef>
                <a:spcPts val="451"/>
              </a:spcBef>
            </a:pPr>
            <a:r>
              <a:rPr lang="en-IN" sz="2000" b="1" dirty="0">
                <a:solidFill>
                  <a:srgbClr val="C45811"/>
                </a:solidFill>
                <a:latin typeface="Arial"/>
                <a:cs typeface="Arial"/>
              </a:rPr>
              <a:t>    Assignment:-14</a:t>
            </a:r>
            <a:endParaRPr sz="2000" dirty="0">
              <a:latin typeface="Arial"/>
              <a:cs typeface="Arial"/>
            </a:endParaRPr>
          </a:p>
          <a:p>
            <a:pPr marL="5048">
              <a:spcBef>
                <a:spcPts val="375"/>
              </a:spcBef>
            </a:pPr>
            <a:r>
              <a:rPr lang="en-IN" sz="900" b="1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"/>
                <a:cs typeface="Arial"/>
              </a:rPr>
              <a:t>  </a:t>
            </a:r>
            <a:r>
              <a:rPr lang="en-IN" sz="1400" b="1" spc="-4" dirty="0">
                <a:cs typeface="Carlito"/>
              </a:rPr>
              <a:t> </a:t>
            </a:r>
            <a:r>
              <a:rPr lang="en-IN" sz="1400" b="1" u="sng" spc="-4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cs typeface="Arial"/>
              </a:rPr>
              <a:t>Java Enterprise Edition  Lab - 14</a:t>
            </a:r>
            <a:endParaRPr sz="1400" dirty="0"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14692" y="6945424"/>
            <a:ext cx="2335850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by: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0722" y="7417784"/>
            <a:ext cx="2458227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</a:t>
            </a:r>
            <a:r>
              <a:rPr lang="en-IN" b="1" dirty="0" err="1">
                <a:solidFill>
                  <a:srgbClr val="001F5F"/>
                </a:solidFill>
                <a:latin typeface="Arial"/>
                <a:cs typeface="Arial"/>
              </a:rPr>
              <a:t>ukesh</a:t>
            </a: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 Prajapati</a:t>
            </a:r>
            <a:endParaRPr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0722" y="7993819"/>
            <a:ext cx="2825456" cy="664252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Btech</a:t>
            </a:r>
            <a:r>
              <a:rPr sz="1400" b="1" spc="71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(</a:t>
            </a:r>
            <a:r>
              <a:rPr sz="1400" b="1" spc="-4" dirty="0" err="1">
                <a:solidFill>
                  <a:srgbClr val="001F5F"/>
                </a:solidFill>
                <a:latin typeface="Arial"/>
                <a:cs typeface="Arial"/>
              </a:rPr>
              <a:t>Cse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  Industry integrated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)</a:t>
            </a:r>
            <a:endParaRPr sz="1400" b="1" dirty="0">
              <a:latin typeface="Arial"/>
              <a:cs typeface="Arial"/>
            </a:endParaRPr>
          </a:p>
          <a:p>
            <a:pPr>
              <a:spcBef>
                <a:spcPts val="86"/>
              </a:spcBef>
            </a:pPr>
            <a:endParaRPr sz="1400" b="1" dirty="0">
              <a:latin typeface="Arial"/>
              <a:cs typeface="Arial"/>
            </a:endParaRPr>
          </a:p>
          <a:p>
            <a:pPr marL="5048"/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Roll</a:t>
            </a:r>
            <a:r>
              <a:rPr sz="1400" b="1" spc="94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No</a:t>
            </a:r>
            <a:r>
              <a:rPr sz="1400" b="1" spc="99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113" dirty="0">
                <a:solidFill>
                  <a:srgbClr val="001F5F"/>
                </a:solidFill>
                <a:latin typeface="Arial"/>
                <a:cs typeface="Arial"/>
              </a:rPr>
              <a:t>–</a:t>
            </a:r>
            <a:r>
              <a:rPr sz="1400" b="1" spc="9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202410101230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007</a:t>
            </a:r>
            <a:endParaRPr sz="1400" b="1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01650" y="2770952"/>
            <a:ext cx="6900449" cy="386612"/>
          </a:xfrm>
          <a:prstGeom prst="rect">
            <a:avLst/>
          </a:prstGeom>
        </p:spPr>
        <p:txBody>
          <a:bodyPr vert="horz" wrap="square" lIns="0" tIns="5048" rIns="0" bIns="0" rtlCol="0" anchor="ctr">
            <a:spAutoFit/>
          </a:bodyPr>
          <a:lstStyle/>
          <a:p>
            <a:pPr marL="5048">
              <a:spcBef>
                <a:spcPts val="40"/>
              </a:spcBef>
            </a:pPr>
            <a:r>
              <a:rPr sz="2479" b="1" spc="-74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SHREE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95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RAMSWAROOP</a:t>
            </a:r>
            <a:r>
              <a:rPr sz="2479" b="1" spc="1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117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MEMORIAL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7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UNIVERSITY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93307B-AF8A-69AB-5775-B72EB91AD6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08" y="3676003"/>
            <a:ext cx="1425154" cy="114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323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080"/>
            <a:ext cx="5716905" cy="479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1.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Create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JSP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for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Profile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Viewing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100" dirty="0">
                <a:latin typeface="Calibri"/>
                <a:cs typeface="Calibri"/>
              </a:rPr>
              <a:t>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JSP page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(profile.jsp) displays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user’s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profile</a:t>
            </a:r>
            <a:r>
              <a:rPr sz="1100" spc="-10" dirty="0">
                <a:latin typeface="Calibri"/>
                <a:cs typeface="Calibri"/>
              </a:rPr>
              <a:t> information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(name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email)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using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expressions.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5390514"/>
            <a:ext cx="4461510" cy="4806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r>
              <a:rPr sz="1100" dirty="0">
                <a:latin typeface="Calibri"/>
                <a:cs typeface="Calibri"/>
              </a:rPr>
              <a:t>Form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fields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prefilled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user’s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(${user.name},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${user.email}).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240665" algn="l"/>
              </a:tabLst>
            </a:pPr>
            <a:r>
              <a:rPr sz="1100" dirty="0">
                <a:latin typeface="Calibri"/>
                <a:cs typeface="Calibri"/>
              </a:rPr>
              <a:t>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submission,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sent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via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POST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EditProfileServlet.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485899"/>
            <a:ext cx="5181600" cy="35144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179321"/>
            <a:ext cx="5132705" cy="480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2.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Create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EditProfileServlet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100" dirty="0">
                <a:latin typeface="Calibri"/>
                <a:cs typeface="Calibri"/>
              </a:rPr>
              <a:t>This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servlet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handles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submission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updates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database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using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JPA</a:t>
            </a:r>
            <a:r>
              <a:rPr sz="1100" spc="-2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628899"/>
            <a:ext cx="5731509" cy="61720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080"/>
            <a:ext cx="3649979" cy="479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3.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User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Entity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Class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100" dirty="0">
                <a:latin typeface="Calibri"/>
                <a:cs typeface="Calibri"/>
              </a:rPr>
              <a:t>Ensure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proper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mapping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between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class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table.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14400" y="7909559"/>
            <a:ext cx="5733415" cy="21590"/>
            <a:chOff x="914400" y="7909559"/>
            <a:chExt cx="5733415" cy="21590"/>
          </a:xfrm>
        </p:grpSpPr>
        <p:sp>
          <p:nvSpPr>
            <p:cNvPr id="4" name="object 4"/>
            <p:cNvSpPr/>
            <p:nvPr/>
          </p:nvSpPr>
          <p:spPr>
            <a:xfrm>
              <a:off x="914400" y="7909559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4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44385" y="791082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4704" y="7910842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44385" y="7913877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14704" y="792759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4704" y="7927606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729605" y="3035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02004" y="6914768"/>
            <a:ext cx="4214495" cy="24790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1765" indent="-139065">
              <a:lnSpc>
                <a:spcPct val="100000"/>
              </a:lnSpc>
              <a:spcBef>
                <a:spcPts val="105"/>
              </a:spcBef>
              <a:buAutoNum type="arabicPeriod" startAt="4"/>
              <a:tabLst>
                <a:tab pos="151765" algn="l"/>
              </a:tabLst>
            </a:pPr>
            <a:r>
              <a:rPr sz="1100" b="1" dirty="0">
                <a:latin typeface="Calibri"/>
                <a:cs typeface="Calibri"/>
              </a:rPr>
              <a:t>Display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Messages</a:t>
            </a:r>
            <a:r>
              <a:rPr sz="1100" b="1" spc="-4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in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spc="-25" dirty="0">
                <a:latin typeface="Calibri"/>
                <a:cs typeface="Calibri"/>
              </a:rPr>
              <a:t>JSP</a:t>
            </a:r>
            <a:endParaRPr sz="1100">
              <a:latin typeface="Calibri"/>
              <a:cs typeface="Calibri"/>
            </a:endParaRPr>
          </a:p>
          <a:p>
            <a:pPr marL="469265" lvl="1" indent="-227965">
              <a:lnSpc>
                <a:spcPct val="100000"/>
              </a:lnSpc>
              <a:spcBef>
                <a:spcPts val="919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c:if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JSTL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tags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show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feedback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messages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after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update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operation.</a:t>
            </a:r>
            <a:endParaRPr sz="1100">
              <a:latin typeface="Calibri"/>
              <a:cs typeface="Calibri"/>
            </a:endParaRPr>
          </a:p>
          <a:p>
            <a:pPr marL="469265" lvl="1" indent="-227965">
              <a:lnSpc>
                <a:spcPct val="100000"/>
              </a:lnSpc>
              <a:spcBef>
                <a:spcPts val="94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Green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message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success,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errors.</a:t>
            </a:r>
            <a:endParaRPr sz="11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Symbol"/>
              <a:buChar char=""/>
            </a:pPr>
            <a:endParaRPr sz="11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95"/>
              </a:spcBef>
              <a:buFont typeface="Symbol"/>
              <a:buChar char=""/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spc="-20" dirty="0">
                <a:latin typeface="Calibri"/>
                <a:cs typeface="Calibri"/>
              </a:rPr>
              <a:t>Testing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and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Validation</a:t>
            </a:r>
            <a:endParaRPr sz="1100">
              <a:latin typeface="Calibri"/>
              <a:cs typeface="Calibri"/>
            </a:endParaRPr>
          </a:p>
          <a:p>
            <a:pPr marL="469265" lvl="1" indent="-227965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Check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update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name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email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successfully.</a:t>
            </a:r>
            <a:endParaRPr sz="1100">
              <a:latin typeface="Calibri"/>
              <a:cs typeface="Calibri"/>
            </a:endParaRPr>
          </a:p>
          <a:p>
            <a:pPr marL="469265" lvl="1" indent="-227965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Calibri"/>
                <a:cs typeface="Calibri"/>
              </a:rPr>
              <a:t>Verify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changes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reflected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database</a:t>
            </a:r>
            <a:r>
              <a:rPr sz="1100" spc="-1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469265" lvl="1" indent="-227965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Ensure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validation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prevents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empty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fields.</a:t>
            </a:r>
            <a:endParaRPr sz="1100">
              <a:latin typeface="Calibri"/>
              <a:cs typeface="Calibri"/>
            </a:endParaRPr>
          </a:p>
          <a:p>
            <a:pPr marL="469265" lvl="1" indent="-227965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Confirm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error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messages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display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correctly.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14400" y="9624059"/>
            <a:ext cx="5733415" cy="21590"/>
            <a:chOff x="914400" y="9624059"/>
            <a:chExt cx="5733415" cy="21590"/>
          </a:xfrm>
        </p:grpSpPr>
        <p:sp>
          <p:nvSpPr>
            <p:cNvPr id="12" name="object 12"/>
            <p:cNvSpPr/>
            <p:nvPr/>
          </p:nvSpPr>
          <p:spPr>
            <a:xfrm>
              <a:off x="914400" y="9624072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4">
                  <a:moveTo>
                    <a:pt x="5731497" y="0"/>
                  </a:moveTo>
                  <a:lnTo>
                    <a:pt x="0" y="0"/>
                  </a:lnTo>
                  <a:lnTo>
                    <a:pt x="0" y="19672"/>
                  </a:lnTo>
                  <a:lnTo>
                    <a:pt x="5731497" y="19672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44385" y="962527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4704" y="9625291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48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44385" y="9628327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14704" y="964204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4704" y="9642055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729605" y="3035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771268"/>
            <a:ext cx="5324475" cy="419100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</TotalTime>
  <Words>192</Words>
  <Application>Microsoft Office PowerPoint</Application>
  <PresentationFormat>Custom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Arial Black</vt:lpstr>
      <vt:lpstr>Calibri</vt:lpstr>
      <vt:lpstr>Carlito</vt:lpstr>
      <vt:lpstr>Century Gothic</vt:lpstr>
      <vt:lpstr>Symbol</vt:lpstr>
      <vt:lpstr>Wingdings 3</vt:lpstr>
      <vt:lpstr>Ion</vt:lpstr>
      <vt:lpstr>SHREE RAMSWAROOP MEMORIAL UNIVERSITY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guptashrijaya@gmail.com</dc:creator>
  <cp:lastModifiedBy>acer</cp:lastModifiedBy>
  <cp:revision>1</cp:revision>
  <dcterms:created xsi:type="dcterms:W3CDTF">2025-10-31T20:36:06Z</dcterms:created>
  <dcterms:modified xsi:type="dcterms:W3CDTF">2025-11-03T19:21:43Z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2025-10-23T00:00:00Z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2025-10-31T00:00:00Z</vt:filetime>
  </property>
  <property fmtid="{D5CDD505-2E9C-101B-9397-08002B2CF9AE}" pid="5" name="Producer">
    <vt:lpwstr>3-Heights(TM) PDF Security Shell 4.8.25.2 (http://www.pdf-tools.com)</vt:lpwstr>
  </property>
</Properties>
</file>
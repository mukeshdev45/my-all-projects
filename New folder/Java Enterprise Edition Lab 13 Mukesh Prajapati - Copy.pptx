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5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56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85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98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1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79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22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53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5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85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35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01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92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6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752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066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338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78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Assignment:-13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- 13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42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12293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Search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Form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(JSP):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200022"/>
            <a:ext cx="466725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0105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2. Servlet</a:t>
            </a:r>
            <a:r>
              <a:rPr sz="1100" b="1" spc="-10" dirty="0">
                <a:latin typeface="Calibri"/>
                <a:cs typeface="Calibri"/>
              </a:rPr>
              <a:t> Implementation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(SearchTaskServlet.java):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5731509" cy="7589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1970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3.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Display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Page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(taskList.jsp):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715380"/>
            <a:ext cx="177673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4.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JPA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Entity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Setup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(Task.java):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71268"/>
            <a:ext cx="2876550" cy="35528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020003"/>
            <a:ext cx="407670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20116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Output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5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(Representation):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200022"/>
            <a:ext cx="4543425" cy="123825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78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Carlito</vt:lpstr>
      <vt:lpstr>Century Gothic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2025-10-31T20:33:26Z</dcterms:created>
  <dcterms:modified xsi:type="dcterms:W3CDTF">2025-11-03T19:19:36Z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
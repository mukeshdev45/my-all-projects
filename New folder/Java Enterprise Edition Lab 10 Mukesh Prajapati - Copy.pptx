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82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88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92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72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26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26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28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56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40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59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184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9693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400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377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440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761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99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1656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Assignment:-10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- 10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69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1616"/>
            <a:ext cx="4869815" cy="76644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spc="-894" dirty="0">
                <a:solidFill>
                  <a:srgbClr val="FFFFFF"/>
                </a:solidFill>
                <a:latin typeface="Segoe UI Emoji"/>
                <a:cs typeface="Segoe UI Emoji"/>
              </a:rPr>
              <a:t>1</a:t>
            </a:r>
            <a:r>
              <a:rPr sz="1600" spc="-30" dirty="0">
                <a:solidFill>
                  <a:srgbClr val="00A6EC"/>
                </a:solidFill>
                <a:latin typeface="Segoe UI Emoji"/>
                <a:cs typeface="Segoe UI Emoji"/>
              </a:rPr>
              <a:t>⬛</a:t>
            </a:r>
            <a:r>
              <a:rPr sz="1600" spc="-20" dirty="0">
                <a:solidFill>
                  <a:srgbClr val="00A6EC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latin typeface="Calibri"/>
                <a:cs typeface="Calibri"/>
              </a:rPr>
              <a:t>Task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Assignment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Form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85" dirty="0">
                <a:latin typeface="Calibri"/>
                <a:cs typeface="Calibri"/>
              </a:rPr>
              <a:t>(JSP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40" dirty="0">
                <a:latin typeface="Calibri"/>
                <a:cs typeface="Calibri"/>
              </a:rPr>
              <a:t>Page)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90" dirty="0">
                <a:latin typeface="Calibri"/>
                <a:cs typeface="Calibri"/>
              </a:rPr>
              <a:t>JSP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form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allows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selecting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assigning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task.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80971"/>
            <a:ext cx="5731509" cy="71959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1616"/>
            <a:ext cx="5060315" cy="10344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spc="-620" dirty="0">
                <a:solidFill>
                  <a:srgbClr val="FFFFFF"/>
                </a:solidFill>
                <a:latin typeface="Segoe UI Emoji"/>
                <a:cs typeface="Segoe UI Emoji"/>
              </a:rPr>
              <a:t>³</a:t>
            </a:r>
            <a:r>
              <a:rPr sz="1600" spc="-30" dirty="0">
                <a:solidFill>
                  <a:srgbClr val="00A6EC"/>
                </a:solidFill>
                <a:latin typeface="Segoe UI Emoji"/>
                <a:cs typeface="Segoe UI Emoji"/>
              </a:rPr>
              <a:t>⬛</a:t>
            </a:r>
            <a:r>
              <a:rPr sz="1600" spc="5" dirty="0">
                <a:solidFill>
                  <a:srgbClr val="00A6EC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latin typeface="Calibri"/>
                <a:cs typeface="Calibri"/>
              </a:rPr>
              <a:t>Task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Assignment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Servlet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805"/>
              </a:spcBef>
            </a:pPr>
            <a:r>
              <a:rPr sz="1600" dirty="0">
                <a:latin typeface="Calibri"/>
                <a:cs typeface="Calibri"/>
              </a:rPr>
              <a:t>Handles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POST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request,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assigned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database.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17991"/>
            <a:ext cx="5731509" cy="7230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58899"/>
            <a:ext cx="3491865" cy="7696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600" spc="-620" dirty="0">
                <a:solidFill>
                  <a:srgbClr val="FFFFFF"/>
                </a:solidFill>
                <a:latin typeface="Segoe UI Emoji"/>
                <a:cs typeface="Segoe UI Emoji"/>
              </a:rPr>
              <a:t>³</a:t>
            </a:r>
            <a:r>
              <a:rPr sz="1600" spc="-30" dirty="0">
                <a:solidFill>
                  <a:srgbClr val="00A6EC"/>
                </a:solidFill>
                <a:latin typeface="Segoe UI Emoji"/>
                <a:cs typeface="Segoe UI Emoji"/>
              </a:rPr>
              <a:t>⬛</a:t>
            </a:r>
            <a:r>
              <a:rPr sz="1600" spc="60" dirty="0">
                <a:solidFill>
                  <a:srgbClr val="00A6EC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Schema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Update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600" dirty="0">
                <a:latin typeface="Calibri"/>
                <a:cs typeface="Calibri"/>
              </a:rPr>
              <a:t>Add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foreign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link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tasks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users.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49779"/>
            <a:ext cx="381952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87525"/>
            <a:ext cx="2940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670" dirty="0">
                <a:solidFill>
                  <a:srgbClr val="00A6EC"/>
                </a:solidFill>
                <a:latin typeface="Segoe UI Emoji"/>
                <a:cs typeface="Segoe UI Emoji"/>
              </a:rPr>
              <a:t>⬛</a:t>
            </a:r>
            <a:r>
              <a:rPr sz="1600" spc="550" dirty="0">
                <a:solidFill>
                  <a:srgbClr val="FFFFFF"/>
                </a:solidFill>
                <a:latin typeface="Segoe UI Emoji"/>
                <a:cs typeface="Segoe UI Emoji"/>
              </a:rPr>
              <a:t>G</a:t>
            </a:r>
            <a:r>
              <a:rPr sz="1600" spc="-2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1600" dirty="0">
                <a:latin typeface="Calibri"/>
                <a:cs typeface="Calibri"/>
              </a:rPr>
              <a:t>Updated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75" dirty="0">
                <a:latin typeface="Calibri"/>
                <a:cs typeface="Calibri"/>
              </a:rPr>
              <a:t>JPA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(Task.java)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49779"/>
            <a:ext cx="5429885" cy="5868034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101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Calibri</vt:lpstr>
      <vt:lpstr>Carlito</vt:lpstr>
      <vt:lpstr>Century Gothic</vt:lpstr>
      <vt:lpstr>Segoe UI Emoji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2025-10-31T20:24:36Z</dcterms:created>
  <dcterms:modified xsi:type="dcterms:W3CDTF">2025-11-03T19:01:18Z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
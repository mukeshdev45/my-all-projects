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60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872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99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8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0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8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8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27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91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834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5829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175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250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909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312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1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0651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Assignment:-9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- 09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0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84121"/>
            <a:ext cx="5412740" cy="66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90" dirty="0">
                <a:solidFill>
                  <a:srgbClr val="FFFFFF"/>
                </a:solidFill>
                <a:latin typeface="Segoe UI Emoji"/>
                <a:cs typeface="Segoe UI Emoji"/>
              </a:rPr>
              <a:t>1</a:t>
            </a:r>
            <a:r>
              <a:rPr sz="110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100" spc="-55" dirty="0">
                <a:solidFill>
                  <a:srgbClr val="00A6EC"/>
                </a:solidFill>
                <a:latin typeface="Segoe UI Emoji"/>
                <a:cs typeface="Segoe UI Emoj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Editing </a:t>
            </a:r>
            <a:r>
              <a:rPr sz="1100" b="1" dirty="0">
                <a:latin typeface="Calibri"/>
                <a:cs typeface="Calibri"/>
              </a:rPr>
              <a:t>Form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(edit-task.jsp)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9100"/>
              </a:lnSpc>
              <a:spcBef>
                <a:spcPts val="820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</a:t>
            </a:r>
            <a:r>
              <a:rPr sz="1100" spc="-10" dirty="0">
                <a:latin typeface="Calibri"/>
                <a:cs typeface="Calibri"/>
              </a:rPr>
              <a:t> displays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20" dirty="0">
                <a:latin typeface="Calibri"/>
                <a:cs typeface="Calibri"/>
              </a:rPr>
              <a:t> pre-</a:t>
            </a:r>
            <a:r>
              <a:rPr sz="1100" dirty="0">
                <a:latin typeface="Calibri"/>
                <a:cs typeface="Calibri"/>
              </a:rPr>
              <a:t>filled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task’s </a:t>
            </a:r>
            <a:r>
              <a:rPr sz="1100" dirty="0">
                <a:latin typeface="Calibri"/>
                <a:cs typeface="Calibri"/>
              </a:rPr>
              <a:t>current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details,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modify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submit</a:t>
            </a:r>
            <a:r>
              <a:rPr sz="1100" spc="-10" dirty="0">
                <a:latin typeface="Calibri"/>
                <a:cs typeface="Calibri"/>
              </a:rPr>
              <a:t> updates.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545575"/>
            <a:ext cx="5276850" cy="7122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84121"/>
            <a:ext cx="418846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0" dirty="0">
                <a:solidFill>
                  <a:srgbClr val="FFFFFF"/>
                </a:solidFill>
                <a:latin typeface="Segoe UI Emoji"/>
                <a:cs typeface="Segoe UI Emoji"/>
              </a:rPr>
              <a:t>³</a:t>
            </a:r>
            <a:r>
              <a:rPr sz="1100" spc="-20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100" spc="-45" dirty="0">
                <a:solidFill>
                  <a:srgbClr val="00A6EC"/>
                </a:solidFill>
                <a:latin typeface="Segoe UI Emoji"/>
                <a:cs typeface="Segoe UI Emoji"/>
              </a:rPr>
              <a:t> </a:t>
            </a:r>
            <a:r>
              <a:rPr sz="1100" b="1" dirty="0">
                <a:latin typeface="Calibri"/>
                <a:cs typeface="Calibri"/>
              </a:rPr>
              <a:t>Servlet:</a:t>
            </a:r>
            <a:r>
              <a:rPr sz="1100" b="1" spc="-5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EditTaskServlet.java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Handles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request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modifies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record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database.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62174"/>
            <a:ext cx="5095875" cy="71474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84121"/>
            <a:ext cx="352171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0" dirty="0">
                <a:solidFill>
                  <a:srgbClr val="FFFFFF"/>
                </a:solidFill>
                <a:latin typeface="Segoe UI Emoji"/>
                <a:cs typeface="Segoe UI Emoji"/>
              </a:rPr>
              <a:t>³</a:t>
            </a:r>
            <a:r>
              <a:rPr sz="1100" spc="-200" dirty="0">
                <a:solidFill>
                  <a:srgbClr val="00A6EC"/>
                </a:solidFill>
                <a:latin typeface="Segoe UI Emoji"/>
                <a:cs typeface="Segoe UI Emoji"/>
              </a:rPr>
              <a:t>⬛</a:t>
            </a:r>
            <a:r>
              <a:rPr sz="1100" spc="-45" dirty="0">
                <a:solidFill>
                  <a:srgbClr val="00A6EC"/>
                </a:solidFill>
                <a:latin typeface="Segoe UI Emoji"/>
                <a:cs typeface="Segoe UI Emoj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JPA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Entity: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Task.java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spc="-10" dirty="0">
                <a:latin typeface="Calibri"/>
                <a:cs typeface="Calibri"/>
              </a:rPr>
              <a:t>Represents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getter/setter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methods.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62199"/>
            <a:ext cx="4991735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97609"/>
            <a:ext cx="11684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55" dirty="0">
                <a:solidFill>
                  <a:srgbClr val="9B9B9B"/>
                </a:solidFill>
                <a:latin typeface="Segoe UI Emoji"/>
                <a:cs typeface="Segoe UI Emoji"/>
              </a:rPr>
              <a:t>_</a:t>
            </a:r>
            <a:r>
              <a:rPr sz="1100" spc="-245" dirty="0">
                <a:solidFill>
                  <a:srgbClr val="BDBDBD"/>
                </a:solidFill>
                <a:latin typeface="Segoe UI Emoji"/>
                <a:cs typeface="Segoe UI Emoji"/>
              </a:rPr>
              <a:t>;</a:t>
            </a:r>
            <a:r>
              <a:rPr sz="1100" spc="-950" dirty="0">
                <a:solidFill>
                  <a:srgbClr val="25C8FB"/>
                </a:solidFill>
                <a:latin typeface="Segoe UI Emoji"/>
                <a:cs typeface="Segoe UI Emoji"/>
              </a:rPr>
              <a:t>□</a:t>
            </a:r>
            <a:r>
              <a:rPr sz="1100" spc="270" dirty="0">
                <a:solidFill>
                  <a:srgbClr val="9B9B9B"/>
                </a:solidFill>
                <a:latin typeface="Segoe UI Emoji"/>
                <a:cs typeface="Segoe UI Emoji"/>
              </a:rPr>
              <a:t>   </a:t>
            </a:r>
            <a:r>
              <a:rPr sz="1100" dirty="0">
                <a:latin typeface="Calibri"/>
                <a:cs typeface="Calibri"/>
              </a:rPr>
              <a:t>Example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Output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1505203"/>
            <a:ext cx="6028055" cy="3919220"/>
            <a:chOff x="914400" y="1505203"/>
            <a:chExt cx="6028055" cy="3919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1475" y="1731263"/>
              <a:ext cx="5572125" cy="34639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400" y="1505203"/>
              <a:ext cx="6028055" cy="3919220"/>
            </a:xfrm>
            <a:custGeom>
              <a:avLst/>
              <a:gdLst/>
              <a:ahLst/>
              <a:cxnLst/>
              <a:rect l="l" t="t" r="r" b="b"/>
              <a:pathLst>
                <a:path w="6028055" h="3919220">
                  <a:moveTo>
                    <a:pt x="5844921" y="182880"/>
                  </a:moveTo>
                  <a:lnTo>
                    <a:pt x="182880" y="182880"/>
                  </a:lnTo>
                  <a:lnTo>
                    <a:pt x="182880" y="228600"/>
                  </a:lnTo>
                  <a:lnTo>
                    <a:pt x="182880" y="3690620"/>
                  </a:lnTo>
                  <a:lnTo>
                    <a:pt x="182880" y="3736340"/>
                  </a:lnTo>
                  <a:lnTo>
                    <a:pt x="5844921" y="3736340"/>
                  </a:lnTo>
                  <a:lnTo>
                    <a:pt x="5844921" y="3690620"/>
                  </a:lnTo>
                  <a:lnTo>
                    <a:pt x="228600" y="3690620"/>
                  </a:lnTo>
                  <a:lnTo>
                    <a:pt x="228600" y="228600"/>
                  </a:lnTo>
                  <a:lnTo>
                    <a:pt x="5799201" y="228600"/>
                  </a:lnTo>
                  <a:lnTo>
                    <a:pt x="5799201" y="3689985"/>
                  </a:lnTo>
                  <a:lnTo>
                    <a:pt x="5844921" y="3689985"/>
                  </a:lnTo>
                  <a:lnTo>
                    <a:pt x="5844921" y="228600"/>
                  </a:lnTo>
                  <a:lnTo>
                    <a:pt x="5844921" y="227965"/>
                  </a:lnTo>
                  <a:lnTo>
                    <a:pt x="5844921" y="182880"/>
                  </a:lnTo>
                  <a:close/>
                </a:path>
                <a:path w="6028055" h="3919220">
                  <a:moveTo>
                    <a:pt x="6027801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0" y="3782060"/>
                  </a:lnTo>
                  <a:lnTo>
                    <a:pt x="0" y="3919220"/>
                  </a:lnTo>
                  <a:lnTo>
                    <a:pt x="6027801" y="3919220"/>
                  </a:lnTo>
                  <a:lnTo>
                    <a:pt x="6027801" y="3782060"/>
                  </a:lnTo>
                  <a:lnTo>
                    <a:pt x="137160" y="3782060"/>
                  </a:lnTo>
                  <a:lnTo>
                    <a:pt x="137160" y="137160"/>
                  </a:lnTo>
                  <a:lnTo>
                    <a:pt x="5890641" y="137160"/>
                  </a:lnTo>
                  <a:lnTo>
                    <a:pt x="5890641" y="3781425"/>
                  </a:lnTo>
                  <a:lnTo>
                    <a:pt x="6027801" y="3781437"/>
                  </a:lnTo>
                  <a:lnTo>
                    <a:pt x="6027801" y="137160"/>
                  </a:lnTo>
                  <a:lnTo>
                    <a:pt x="6027801" y="136525"/>
                  </a:lnTo>
                  <a:lnTo>
                    <a:pt x="6027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110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Carlito</vt:lpstr>
      <vt:lpstr>Century Gothic</vt:lpstr>
      <vt:lpstr>Segoe UI Emoji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2025-10-31T20:22:01Z</dcterms:created>
  <dcterms:modified xsi:type="dcterms:W3CDTF">2025-11-03T18:56:51Z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
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8" r:id="rId1"/>
  </p:sldMasterIdLst>
  <p:sldIdLst>
    <p:sldId id="274" r:id="rId2"/>
    <p:sldId id="257" r:id="rId3"/>
    <p:sldId id="258" r:id="rId4"/>
    <p:sldId id="259" r:id="rId5"/>
    <p:sldId id="260" r:id="rId6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68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54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932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27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556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58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867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43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08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34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430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3745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603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42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059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556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67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963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Assignment:-5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</a:t>
            </a:r>
            <a:r>
              <a:rPr lang="en-IN" sz="1400" b="1" u="sng" spc="-4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- 05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45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79321"/>
            <a:ext cx="3230245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Designing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User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Registration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System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dirty="0">
                <a:latin typeface="Calibri"/>
                <a:cs typeface="Calibri"/>
              </a:rPr>
              <a:t>1.1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Create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Registration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Form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HTML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collects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username,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password,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email.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232016"/>
            <a:ext cx="4564380" cy="478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1.2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Processing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Registration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Data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in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Servlet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servlet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handles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submission,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hashes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password,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saves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data.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057399"/>
            <a:ext cx="5731509" cy="32221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822947"/>
            <a:ext cx="5731509" cy="24928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465833"/>
            <a:ext cx="3946525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1.3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Database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Table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Users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Create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table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PostgreSQL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(or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MySQL)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store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credentials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securely.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276212"/>
            <a:ext cx="2353310" cy="765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2: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Implementing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User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Login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System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b="1" dirty="0">
                <a:latin typeface="Calibri"/>
                <a:cs typeface="Calibri"/>
              </a:rPr>
              <a:t>2.1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Create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the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Login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Form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HTML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login.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004" y="2291081"/>
            <a:ext cx="4391025" cy="21235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7050823"/>
            <a:ext cx="5731509" cy="2702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750821"/>
            <a:ext cx="4615815" cy="4479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2.2 </a:t>
            </a:r>
            <a:r>
              <a:rPr sz="1100" b="1" spc="-10" dirty="0">
                <a:latin typeface="Calibri"/>
                <a:cs typeface="Calibri"/>
              </a:rPr>
              <a:t>Authenticating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User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Credentials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in </a:t>
            </a:r>
            <a:r>
              <a:rPr sz="1100" b="1" spc="-10" dirty="0">
                <a:latin typeface="Calibri"/>
                <a:cs typeface="Calibri"/>
              </a:rPr>
              <a:t>Servlet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servlet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compares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hashed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passwords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securely.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100" dirty="0">
              <a:latin typeface="Calibri"/>
              <a:cs typeface="Calibri"/>
            </a:endParaRPr>
          </a:p>
          <a:p>
            <a:pPr marL="12700" marR="1489075">
              <a:lnSpc>
                <a:spcPct val="170000"/>
              </a:lnSpc>
            </a:pP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username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request.getParameter("username"); </a:t>
            </a:r>
            <a:r>
              <a:rPr sz="1100" dirty="0">
                <a:latin typeface="Calibri"/>
                <a:cs typeface="Calibri"/>
              </a:rPr>
              <a:t>String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password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10" dirty="0">
                <a:latin typeface="Calibri"/>
                <a:cs typeface="Calibri"/>
              </a:rPr>
              <a:t> request.getParameter("password");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User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userDAO.getUserByUsername(username);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if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(user !=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null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&amp;&amp;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HashingUtility.verifyPassword(password,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user.getPassword())) </a:t>
            </a:r>
            <a:r>
              <a:rPr sz="1100" spc="-50" dirty="0">
                <a:latin typeface="Calibri"/>
                <a:cs typeface="Calibri"/>
              </a:rPr>
              <a:t>{</a:t>
            </a:r>
            <a:endParaRPr sz="1100" dirty="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latin typeface="Calibri"/>
                <a:cs typeface="Calibri"/>
              </a:rPr>
              <a:t>//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Successful</a:t>
            </a:r>
            <a:r>
              <a:rPr sz="1100" spc="-10" dirty="0">
                <a:latin typeface="Calibri"/>
                <a:cs typeface="Calibri"/>
              </a:rPr>
              <a:t> login</a:t>
            </a:r>
            <a:endParaRPr sz="1100" dirty="0">
              <a:latin typeface="Calibri"/>
              <a:cs typeface="Calibri"/>
            </a:endParaRPr>
          </a:p>
          <a:p>
            <a:pPr marL="140335" marR="1805305">
              <a:lnSpc>
                <a:spcPts val="2260"/>
              </a:lnSpc>
              <a:spcBef>
                <a:spcPts val="215"/>
              </a:spcBef>
            </a:pPr>
            <a:r>
              <a:rPr sz="1100" spc="-10" dirty="0">
                <a:latin typeface="Calibri"/>
                <a:cs typeface="Calibri"/>
              </a:rPr>
              <a:t>request.getSession().setAttribute("user",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user); response.sendRedirect("dashboard");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100" dirty="0">
                <a:latin typeface="Calibri"/>
                <a:cs typeface="Calibri"/>
              </a:rPr>
              <a:t>}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{</a:t>
            </a:r>
            <a:endParaRPr sz="1100" dirty="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  <a:spcBef>
                <a:spcPts val="940"/>
              </a:spcBef>
            </a:pPr>
            <a:r>
              <a:rPr sz="1100" dirty="0">
                <a:latin typeface="Calibri"/>
                <a:cs typeface="Calibri"/>
              </a:rPr>
              <a:t>//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Login</a:t>
            </a:r>
            <a:r>
              <a:rPr sz="1100" spc="-10" dirty="0">
                <a:latin typeface="Calibri"/>
                <a:cs typeface="Calibri"/>
              </a:rPr>
              <a:t> failed</a:t>
            </a:r>
            <a:endParaRPr sz="1100" dirty="0">
              <a:latin typeface="Calibri"/>
              <a:cs typeface="Calibri"/>
            </a:endParaRPr>
          </a:p>
          <a:p>
            <a:pPr marL="140335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response.sendRedirect("login?error=true");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spc="-50" dirty="0">
                <a:latin typeface="Calibri"/>
                <a:cs typeface="Calibri"/>
              </a:rPr>
              <a:t>}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464932"/>
            <a:ext cx="2440305" cy="76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3: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Managing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User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Sessions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b="1" dirty="0">
                <a:latin typeface="Calibri"/>
                <a:cs typeface="Calibri"/>
              </a:rPr>
              <a:t>3.1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Creating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</a:t>
            </a:r>
            <a:r>
              <a:rPr sz="1100" b="1" spc="-10" dirty="0">
                <a:latin typeface="Calibri"/>
                <a:cs typeface="Calibri"/>
              </a:rPr>
              <a:t> Session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Calibri"/>
                <a:cs typeface="Calibri"/>
              </a:rPr>
              <a:t>Upon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successful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login,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session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-10" dirty="0">
                <a:latin typeface="Calibri"/>
                <a:cs typeface="Calibri"/>
              </a:rPr>
              <a:t> created.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8340864"/>
            <a:ext cx="4695825" cy="876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3490595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3.2 </a:t>
            </a:r>
            <a:r>
              <a:rPr sz="1100" b="1" spc="-10" dirty="0">
                <a:latin typeface="Calibri"/>
                <a:cs typeface="Calibri"/>
              </a:rPr>
              <a:t>Protecting</a:t>
            </a:r>
            <a:r>
              <a:rPr sz="1100" b="1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Sensitive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Pages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Check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session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before </a:t>
            </a:r>
            <a:r>
              <a:rPr sz="1100" dirty="0">
                <a:latin typeface="Calibri"/>
                <a:cs typeface="Calibri"/>
              </a:rPr>
              <a:t>allowing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access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dashboard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profile.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85899"/>
            <a:ext cx="5731509" cy="178536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245</Words>
  <Application>Microsoft Office PowerPoint</Application>
  <PresentationFormat>Custom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Carlito</vt:lpstr>
      <vt:lpstr>Century Gothic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2</cp:revision>
  <dcterms:created xsi:type="dcterms:W3CDTF">2025-10-31T05:07:18Z</dcterms:created>
  <dcterms:modified xsi:type="dcterms:W3CDTF">2025-11-03T18:30:31Z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
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21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7556500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76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6996" y="-13203"/>
            <a:ext cx="7577824" cy="10719806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4311" y="3749292"/>
            <a:ext cx="4815136" cy="2567012"/>
          </a:xfrm>
        </p:spPr>
        <p:txBody>
          <a:bodyPr anchor="b">
            <a:noAutofit/>
          </a:bodyPr>
          <a:lstStyle>
            <a:lvl1pPr algn="r">
              <a:defRPr sz="446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4311" y="6316301"/>
            <a:ext cx="4815136" cy="1710350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7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5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9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6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4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2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899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9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915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766" y="4211354"/>
            <a:ext cx="5245681" cy="2848113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766" y="7059465"/>
            <a:ext cx="5245681" cy="1341587"/>
          </a:xfrm>
        </p:spPr>
        <p:txBody>
          <a:bodyPr anchor="t"/>
          <a:lstStyle>
            <a:lvl1pPr marL="0" indent="0" algn="l">
              <a:buNone/>
              <a:defRPr sz="1653">
                <a:solidFill>
                  <a:schemeClr val="tx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97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767" y="950524"/>
            <a:ext cx="5245680" cy="20594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767" y="3368918"/>
            <a:ext cx="2551979" cy="605113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97467" y="3368921"/>
            <a:ext cx="2551980" cy="6051131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00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767" y="950524"/>
            <a:ext cx="5245679" cy="205947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766" y="3369533"/>
            <a:ext cx="2554097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/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766" y="4268077"/>
            <a:ext cx="2554097" cy="515197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95348" y="3369533"/>
            <a:ext cx="2554097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/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95348" y="4268077"/>
            <a:ext cx="2554097" cy="515197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3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766" y="950524"/>
            <a:ext cx="5245680" cy="20594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262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422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766" y="2336712"/>
            <a:ext cx="2305775" cy="1993460"/>
          </a:xfrm>
        </p:spPr>
        <p:txBody>
          <a:bodyPr anchor="b">
            <a:normAutofit/>
          </a:bodyPr>
          <a:lstStyle>
            <a:lvl1pPr>
              <a:defRPr sz="16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1263" y="802902"/>
            <a:ext cx="2798183" cy="861714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766" y="4330171"/>
            <a:ext cx="2305775" cy="4029826"/>
          </a:xfrm>
        </p:spPr>
        <p:txBody>
          <a:bodyPr>
            <a:normAutofit/>
          </a:bodyPr>
          <a:lstStyle>
            <a:lvl1pPr marL="0" indent="0">
              <a:buNone/>
              <a:defRPr sz="1157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87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766" y="7485380"/>
            <a:ext cx="5245680" cy="883691"/>
          </a:xfrm>
        </p:spPr>
        <p:txBody>
          <a:bodyPr anchor="b">
            <a:normAutofit/>
          </a:bodyPr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3766" y="950525"/>
            <a:ext cx="5245680" cy="5996471"/>
          </a:xfrm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766" y="8369072"/>
            <a:ext cx="5245680" cy="1050978"/>
          </a:xfrm>
        </p:spPr>
        <p:txBody>
          <a:bodyPr>
            <a:normAutofit/>
          </a:bodyPr>
          <a:lstStyle>
            <a:lvl1pPr marL="0" indent="0">
              <a:buNone/>
              <a:defRPr sz="992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975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767" y="950524"/>
            <a:ext cx="5245680" cy="5307095"/>
          </a:xfrm>
        </p:spPr>
        <p:txBody>
          <a:bodyPr anchor="ctr">
            <a:normAutofit/>
          </a:bodyPr>
          <a:lstStyle>
            <a:lvl1pPr algn="l">
              <a:defRPr sz="363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767" y="6970513"/>
            <a:ext cx="5245680" cy="2449537"/>
          </a:xfrm>
        </p:spPr>
        <p:txBody>
          <a:bodyPr anchor="ctr">
            <a:normAutofit/>
          </a:bodyPr>
          <a:lstStyle>
            <a:lvl1pPr marL="0" indent="0" algn="l">
              <a:buNone/>
              <a:defRPr sz="148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274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356" y="950524"/>
            <a:ext cx="5017984" cy="4713017"/>
          </a:xfrm>
        </p:spPr>
        <p:txBody>
          <a:bodyPr anchor="ctr">
            <a:normAutofit/>
          </a:bodyPr>
          <a:lstStyle>
            <a:lvl1pPr algn="l">
              <a:defRPr sz="363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09915" y="5663541"/>
            <a:ext cx="4478866" cy="594078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22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77830" indent="0">
              <a:buFontTx/>
              <a:buNone/>
              <a:defRPr/>
            </a:lvl2pPr>
            <a:lvl3pPr marL="755660" indent="0">
              <a:buFontTx/>
              <a:buNone/>
              <a:defRPr/>
            </a:lvl3pPr>
            <a:lvl4pPr marL="1133490" indent="0">
              <a:buFontTx/>
              <a:buNone/>
              <a:defRPr/>
            </a:lvl4pPr>
            <a:lvl5pPr marL="151132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766" y="6970513"/>
            <a:ext cx="5245681" cy="2449537"/>
          </a:xfrm>
        </p:spPr>
        <p:txBody>
          <a:bodyPr anchor="ctr">
            <a:normAutofit/>
          </a:bodyPr>
          <a:lstStyle>
            <a:lvl1pPr marL="0" indent="0" algn="l">
              <a:buNone/>
              <a:defRPr sz="148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398908" y="1232404"/>
            <a:ext cx="377923" cy="911817"/>
          </a:xfrm>
          <a:prstGeom prst="rect">
            <a:avLst/>
          </a:prstGeom>
        </p:spPr>
        <p:txBody>
          <a:bodyPr vert="horz" lIns="75565" tIns="37783" rIns="75565" bIns="37783" rtlCol="0" anchor="ctr">
            <a:noAutofit/>
          </a:bodyPr>
          <a:lstStyle/>
          <a:p>
            <a:pPr lvl="0"/>
            <a:r>
              <a:rPr lang="en-US" sz="6611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6224" y="4500889"/>
            <a:ext cx="377923" cy="911817"/>
          </a:xfrm>
          <a:prstGeom prst="rect">
            <a:avLst/>
          </a:prstGeom>
        </p:spPr>
        <p:txBody>
          <a:bodyPr vert="horz" lIns="75565" tIns="37783" rIns="75565" bIns="37783" rtlCol="0" anchor="ctr">
            <a:noAutofit/>
          </a:bodyPr>
          <a:lstStyle/>
          <a:p>
            <a:pPr lvl="0"/>
            <a:r>
              <a:rPr lang="en-US" sz="6611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2484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766" y="3012470"/>
            <a:ext cx="5245681" cy="4046995"/>
          </a:xfrm>
        </p:spPr>
        <p:txBody>
          <a:bodyPr anchor="b">
            <a:normAutofit/>
          </a:bodyPr>
          <a:lstStyle>
            <a:lvl1pPr algn="l">
              <a:defRPr sz="363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766" y="7059465"/>
            <a:ext cx="5245681" cy="2360584"/>
          </a:xfrm>
        </p:spPr>
        <p:txBody>
          <a:bodyPr anchor="t">
            <a:normAutofit/>
          </a:bodyPr>
          <a:lstStyle>
            <a:lvl1pPr marL="0" indent="0" algn="l">
              <a:buNone/>
              <a:defRPr sz="148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142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356" y="950524"/>
            <a:ext cx="5017984" cy="4713017"/>
          </a:xfrm>
        </p:spPr>
        <p:txBody>
          <a:bodyPr anchor="ctr">
            <a:normAutofit/>
          </a:bodyPr>
          <a:lstStyle>
            <a:lvl1pPr algn="l">
              <a:defRPr sz="363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3764" y="6257619"/>
            <a:ext cx="5245682" cy="80184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98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30" indent="0">
              <a:buFontTx/>
              <a:buNone/>
              <a:defRPr/>
            </a:lvl2pPr>
            <a:lvl3pPr marL="755660" indent="0">
              <a:buFontTx/>
              <a:buNone/>
              <a:defRPr/>
            </a:lvl3pPr>
            <a:lvl4pPr marL="1133490" indent="0">
              <a:buFontTx/>
              <a:buNone/>
              <a:defRPr/>
            </a:lvl4pPr>
            <a:lvl5pPr marL="151132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766" y="7059465"/>
            <a:ext cx="5245681" cy="2360584"/>
          </a:xfrm>
        </p:spPr>
        <p:txBody>
          <a:bodyPr anchor="t">
            <a:normAutofit/>
          </a:bodyPr>
          <a:lstStyle>
            <a:lvl1pPr marL="0" indent="0" algn="l">
              <a:buNone/>
              <a:defRPr sz="148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398908" y="1232404"/>
            <a:ext cx="377923" cy="911817"/>
          </a:xfrm>
          <a:prstGeom prst="rect">
            <a:avLst/>
          </a:prstGeom>
        </p:spPr>
        <p:txBody>
          <a:bodyPr vert="horz" lIns="75565" tIns="37783" rIns="75565" bIns="37783" rtlCol="0" anchor="ctr">
            <a:noAutofit/>
          </a:bodyPr>
          <a:lstStyle/>
          <a:p>
            <a:pPr lvl="0"/>
            <a:r>
              <a:rPr lang="en-US" sz="6611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6224" y="4500889"/>
            <a:ext cx="377923" cy="911817"/>
          </a:xfrm>
          <a:prstGeom prst="rect">
            <a:avLst/>
          </a:prstGeom>
        </p:spPr>
        <p:txBody>
          <a:bodyPr vert="horz" lIns="75565" tIns="37783" rIns="75565" bIns="37783" rtlCol="0" anchor="ctr">
            <a:noAutofit/>
          </a:bodyPr>
          <a:lstStyle/>
          <a:p>
            <a:pPr lvl="0"/>
            <a:r>
              <a:rPr lang="en-US" sz="6611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196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930" y="950524"/>
            <a:ext cx="5240516" cy="4713017"/>
          </a:xfrm>
        </p:spPr>
        <p:txBody>
          <a:bodyPr anchor="ctr">
            <a:normAutofit/>
          </a:bodyPr>
          <a:lstStyle>
            <a:lvl1pPr algn="l">
              <a:defRPr sz="363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3764" y="6257619"/>
            <a:ext cx="5245682" cy="80184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983">
                <a:solidFill>
                  <a:schemeClr val="accent1"/>
                </a:solidFill>
              </a:defRPr>
            </a:lvl1pPr>
            <a:lvl2pPr marL="377830" indent="0">
              <a:buFontTx/>
              <a:buNone/>
              <a:defRPr/>
            </a:lvl2pPr>
            <a:lvl3pPr marL="755660" indent="0">
              <a:buFontTx/>
              <a:buNone/>
              <a:defRPr/>
            </a:lvl3pPr>
            <a:lvl4pPr marL="1133490" indent="0">
              <a:buFontTx/>
              <a:buNone/>
              <a:defRPr/>
            </a:lvl4pPr>
            <a:lvl5pPr marL="151132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766" y="7059465"/>
            <a:ext cx="5245681" cy="2360584"/>
          </a:xfrm>
        </p:spPr>
        <p:txBody>
          <a:bodyPr anchor="t">
            <a:normAutofit/>
          </a:bodyPr>
          <a:lstStyle>
            <a:lvl1pPr marL="0" indent="0" algn="l">
              <a:buNone/>
              <a:defRPr sz="148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11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7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39584" y="950525"/>
            <a:ext cx="808879" cy="818837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766" y="950525"/>
            <a:ext cx="4293112" cy="818837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324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6997" y="-13203"/>
            <a:ext cx="7577825" cy="10719806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3767" y="950524"/>
            <a:ext cx="5245679" cy="2059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766" y="3368921"/>
            <a:ext cx="5245680" cy="6051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66845" y="9420052"/>
            <a:ext cx="565359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3766" y="9420052"/>
            <a:ext cx="3820374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5809" y="9420052"/>
            <a:ext cx="423638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6249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  <p:sldLayoutId id="2147483934" r:id="rId13"/>
    <p:sldLayoutId id="2147483935" r:id="rId14"/>
    <p:sldLayoutId id="2147483936" r:id="rId15"/>
    <p:sldLayoutId id="2147483937" r:id="rId16"/>
  </p:sldLayoutIdLst>
  <p:txStyles>
    <p:titleStyle>
      <a:lvl1pPr algn="l" defTabSz="377830" rtl="0" eaLnBrk="1" latinLnBrk="0" hangingPunct="1">
        <a:spcBef>
          <a:spcPct val="0"/>
        </a:spcBef>
        <a:buNone/>
        <a:defRPr sz="2975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3373" indent="-283373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8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13974" indent="-236144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4457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32240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70023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07806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45589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83372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21155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83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66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49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32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15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698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481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264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149" y="684175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to: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8149" y="732790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Vidushi Srivastava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1086" y="5066199"/>
            <a:ext cx="3439272" cy="632373"/>
          </a:xfrm>
          <a:prstGeom prst="rect">
            <a:avLst/>
          </a:prstGeom>
        </p:spPr>
        <p:txBody>
          <a:bodyPr vert="horz" wrap="square" lIns="0" tIns="57297" rIns="0" bIns="0" rtlCol="0">
            <a:spAutoFit/>
          </a:bodyPr>
          <a:lstStyle/>
          <a:p>
            <a:pPr marL="53256">
              <a:spcBef>
                <a:spcPts val="451"/>
              </a:spcBef>
            </a:pPr>
            <a:r>
              <a:rPr lang="en-IN" sz="2000" b="1" dirty="0">
                <a:solidFill>
                  <a:srgbClr val="C45811"/>
                </a:solidFill>
                <a:latin typeface="Arial"/>
                <a:cs typeface="Arial"/>
              </a:rPr>
              <a:t>    Assignment:-1</a:t>
            </a:r>
            <a:endParaRPr sz="2000" dirty="0">
              <a:latin typeface="Arial"/>
              <a:cs typeface="Arial"/>
            </a:endParaRPr>
          </a:p>
          <a:p>
            <a:pPr marL="5048">
              <a:spcBef>
                <a:spcPts val="375"/>
              </a:spcBef>
            </a:pPr>
            <a:r>
              <a:rPr lang="en-IN" sz="900" b="1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"/>
                <a:cs typeface="Arial"/>
              </a:rPr>
              <a:t>  </a:t>
            </a:r>
            <a:r>
              <a:rPr lang="en-IN" sz="1400" b="1" spc="-4" dirty="0">
                <a:cs typeface="Carlito"/>
              </a:rPr>
              <a:t> </a:t>
            </a:r>
            <a:r>
              <a:rPr lang="en-IN" sz="1400" b="1" u="sng" spc="-4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cs typeface="Arial"/>
              </a:rPr>
              <a:t>Java Enterprise Edition  Lab - 01</a:t>
            </a:r>
            <a:endParaRPr sz="1400" dirty="0"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4692" y="6945424"/>
            <a:ext cx="2335850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by: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0722" y="7417784"/>
            <a:ext cx="2458227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</a:t>
            </a:r>
            <a:r>
              <a:rPr lang="en-IN" b="1" dirty="0" err="1">
                <a:solidFill>
                  <a:srgbClr val="001F5F"/>
                </a:solidFill>
                <a:latin typeface="Arial"/>
                <a:cs typeface="Arial"/>
              </a:rPr>
              <a:t>ukesh</a:t>
            </a: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 Prajapati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0722" y="7993819"/>
            <a:ext cx="2825456" cy="664252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Btech</a:t>
            </a:r>
            <a:r>
              <a:rPr sz="1400" b="1" spc="71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(</a:t>
            </a:r>
            <a:r>
              <a:rPr sz="1400" b="1" spc="-4" dirty="0" err="1">
                <a:solidFill>
                  <a:srgbClr val="001F5F"/>
                </a:solidFill>
                <a:latin typeface="Arial"/>
                <a:cs typeface="Arial"/>
              </a:rPr>
              <a:t>Cse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  Industry integrated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)</a:t>
            </a:r>
            <a:endParaRPr sz="1400" b="1" dirty="0">
              <a:latin typeface="Arial"/>
              <a:cs typeface="Arial"/>
            </a:endParaRPr>
          </a:p>
          <a:p>
            <a:pPr>
              <a:spcBef>
                <a:spcPts val="86"/>
              </a:spcBef>
            </a:pPr>
            <a:endParaRPr sz="1400" b="1" dirty="0">
              <a:latin typeface="Arial"/>
              <a:cs typeface="Arial"/>
            </a:endParaRPr>
          </a:p>
          <a:p>
            <a:pPr marL="5048"/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Roll</a:t>
            </a:r>
            <a:r>
              <a:rPr sz="1400" b="1" spc="94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No</a:t>
            </a:r>
            <a:r>
              <a:rPr sz="1400" b="1" spc="99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13" dirty="0">
                <a:solidFill>
                  <a:srgbClr val="001F5F"/>
                </a:solidFill>
                <a:latin typeface="Arial"/>
                <a:cs typeface="Arial"/>
              </a:rPr>
              <a:t>–</a:t>
            </a:r>
            <a:r>
              <a:rPr sz="1400" b="1" spc="9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202410101230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007</a:t>
            </a:r>
            <a:endParaRPr sz="1400" b="1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1650" y="2770952"/>
            <a:ext cx="6900449" cy="386612"/>
          </a:xfrm>
          <a:prstGeom prst="rect">
            <a:avLst/>
          </a:prstGeom>
        </p:spPr>
        <p:txBody>
          <a:bodyPr vert="horz" wrap="square" lIns="0" tIns="5048" rIns="0" bIns="0" rtlCol="0" anchor="ctr">
            <a:spAutoFit/>
          </a:bodyPr>
          <a:lstStyle/>
          <a:p>
            <a:pPr marL="5048">
              <a:spcBef>
                <a:spcPts val="40"/>
              </a:spcBef>
            </a:pPr>
            <a:r>
              <a:rPr sz="2479" b="1" spc="-74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SHREE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95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RAMSWAROOP</a:t>
            </a:r>
            <a:r>
              <a:rPr sz="2479" b="1" spc="1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117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MEMORIAL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7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UNIVERSITY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93307B-AF8A-69AB-5775-B72EB91AD6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08" y="3676003"/>
            <a:ext cx="1425154" cy="114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50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2345181"/>
            <a:ext cx="5529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1795" dirty="0">
                <a:solidFill>
                  <a:srgbClr val="C3EE3B"/>
                </a:solidFill>
                <a:uFill>
                  <a:solidFill>
                    <a:srgbClr val="000000"/>
                  </a:solidFill>
                </a:uFill>
                <a:latin typeface="Segoe UI Emoji"/>
                <a:cs typeface="Segoe UI Emoji"/>
              </a:rPr>
              <a:t>Ç</a:t>
            </a:r>
            <a:r>
              <a:rPr sz="2400" u="sng" spc="-145" dirty="0">
                <a:solidFill>
                  <a:srgbClr val="C3EE3B"/>
                </a:solidFill>
                <a:uFill>
                  <a:solidFill>
                    <a:srgbClr val="000000"/>
                  </a:solidFill>
                </a:uFill>
                <a:latin typeface="Segoe UI Emoji"/>
                <a:cs typeface="Segoe UI Emoj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1.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JDK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(Java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Development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Kit)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Installation</a:t>
            </a:r>
            <a:endParaRPr sz="2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681721"/>
            <a:ext cx="5591810" cy="626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Caption: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screenshot</a:t>
            </a:r>
            <a:r>
              <a:rPr sz="1800" spc="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shows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setup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window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spc="40" dirty="0">
                <a:latin typeface="Calibri"/>
                <a:cs typeface="Calibri"/>
              </a:rPr>
              <a:t>Java </a:t>
            </a:r>
            <a:r>
              <a:rPr sz="1800" spc="55" dirty="0">
                <a:latin typeface="Calibri"/>
                <a:cs typeface="Calibri"/>
              </a:rPr>
              <a:t>SE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Development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Kit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being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installed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346703"/>
            <a:ext cx="4897120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2589022"/>
            <a:ext cx="45821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Calibri Light"/>
                <a:cs typeface="Calibri Light"/>
              </a:rPr>
              <a:t>2.</a:t>
            </a:r>
            <a:r>
              <a:rPr spc="-45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Downloading</a:t>
            </a:r>
            <a:r>
              <a:rPr spc="-60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the</a:t>
            </a:r>
            <a:r>
              <a:rPr spc="-45" dirty="0">
                <a:latin typeface="Calibri Light"/>
                <a:cs typeface="Calibri Light"/>
              </a:rPr>
              <a:t> </a:t>
            </a:r>
            <a:r>
              <a:rPr dirty="0">
                <a:latin typeface="Calibri Light"/>
                <a:cs typeface="Calibri Light"/>
              </a:rPr>
              <a:t>IDE</a:t>
            </a:r>
            <a:r>
              <a:rPr spc="-50" dirty="0">
                <a:latin typeface="Calibri Light"/>
                <a:cs typeface="Calibri Light"/>
              </a:rPr>
              <a:t> </a:t>
            </a:r>
            <a:r>
              <a:rPr spc="-10" dirty="0">
                <a:latin typeface="Calibri Light"/>
                <a:cs typeface="Calibri Light"/>
              </a:rPr>
              <a:t>Installer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7603083"/>
            <a:ext cx="54121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screenshot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displays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downloaded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setup </a:t>
            </a:r>
            <a:r>
              <a:rPr sz="2000" dirty="0">
                <a:latin typeface="Calibri"/>
                <a:cs typeface="Calibri"/>
              </a:rPr>
              <a:t>file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stored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Downloads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folder.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760977"/>
            <a:ext cx="49022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2907538"/>
            <a:ext cx="5361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3.Installation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Process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of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IDE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(Eclipse/IntelliJ)</a:t>
            </a:r>
            <a:endParaRPr sz="2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495641"/>
            <a:ext cx="4975225" cy="694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6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screenshots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demonstrate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step-</a:t>
            </a:r>
            <a:r>
              <a:rPr sz="2000" spc="-35" dirty="0">
                <a:latin typeface="Calibri"/>
                <a:cs typeface="Calibri"/>
              </a:rPr>
              <a:t>by-</a:t>
            </a:r>
            <a:r>
              <a:rPr sz="2000" spc="-20" dirty="0">
                <a:latin typeface="Calibri"/>
                <a:cs typeface="Calibri"/>
              </a:rPr>
              <a:t>step </a:t>
            </a:r>
            <a:r>
              <a:rPr sz="2000" dirty="0">
                <a:latin typeface="Calibri"/>
                <a:cs typeface="Calibri"/>
              </a:rPr>
              <a:t>installation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procedure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selected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IDE.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772661"/>
            <a:ext cx="5731509" cy="3223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3343782"/>
            <a:ext cx="5172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4.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Beginning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PostgreSQL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Installation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Setup</a:t>
            </a:r>
            <a:endParaRPr sz="2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8816543"/>
            <a:ext cx="5458460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2200" dirty="0">
                <a:latin typeface="Calibri Light"/>
                <a:cs typeface="Calibri Light"/>
              </a:rPr>
              <a:t>The</a:t>
            </a:r>
            <a:r>
              <a:rPr sz="2200" spc="-45" dirty="0">
                <a:latin typeface="Calibri Light"/>
                <a:cs typeface="Calibri Light"/>
              </a:rPr>
              <a:t> </a:t>
            </a:r>
            <a:r>
              <a:rPr sz="2200" spc="-10" dirty="0">
                <a:latin typeface="Calibri Light"/>
                <a:cs typeface="Calibri Light"/>
              </a:rPr>
              <a:t>PostgreSQL</a:t>
            </a:r>
            <a:r>
              <a:rPr sz="2200" spc="-50" dirty="0">
                <a:latin typeface="Calibri Light"/>
                <a:cs typeface="Calibri Light"/>
              </a:rPr>
              <a:t> </a:t>
            </a:r>
            <a:r>
              <a:rPr sz="2200" dirty="0">
                <a:latin typeface="Calibri Light"/>
                <a:cs typeface="Calibri Light"/>
              </a:rPr>
              <a:t>setup</a:t>
            </a:r>
            <a:r>
              <a:rPr sz="2200" spc="-55" dirty="0">
                <a:latin typeface="Calibri Light"/>
                <a:cs typeface="Calibri Light"/>
              </a:rPr>
              <a:t> </a:t>
            </a:r>
            <a:r>
              <a:rPr sz="2200" dirty="0">
                <a:latin typeface="Calibri Light"/>
                <a:cs typeface="Calibri Light"/>
              </a:rPr>
              <a:t>wizard</a:t>
            </a:r>
            <a:r>
              <a:rPr sz="2200" spc="-40" dirty="0">
                <a:latin typeface="Calibri Light"/>
                <a:cs typeface="Calibri Light"/>
              </a:rPr>
              <a:t> </a:t>
            </a:r>
            <a:r>
              <a:rPr sz="2200" dirty="0">
                <a:latin typeface="Calibri Light"/>
                <a:cs typeface="Calibri Light"/>
              </a:rPr>
              <a:t>is</a:t>
            </a:r>
            <a:r>
              <a:rPr sz="2200" spc="-40" dirty="0">
                <a:latin typeface="Calibri Light"/>
                <a:cs typeface="Calibri Light"/>
              </a:rPr>
              <a:t> </a:t>
            </a:r>
            <a:r>
              <a:rPr sz="2200" dirty="0">
                <a:latin typeface="Calibri Light"/>
                <a:cs typeface="Calibri Light"/>
              </a:rPr>
              <a:t>launched</a:t>
            </a:r>
            <a:r>
              <a:rPr sz="2200" spc="-45" dirty="0">
                <a:latin typeface="Calibri Light"/>
                <a:cs typeface="Calibri Light"/>
              </a:rPr>
              <a:t> </a:t>
            </a:r>
            <a:r>
              <a:rPr sz="2200" dirty="0">
                <a:latin typeface="Calibri Light"/>
                <a:cs typeface="Calibri Light"/>
              </a:rPr>
              <a:t>to</a:t>
            </a:r>
            <a:r>
              <a:rPr sz="2200" spc="-60" dirty="0">
                <a:latin typeface="Calibri Light"/>
                <a:cs typeface="Calibri Light"/>
              </a:rPr>
              <a:t> </a:t>
            </a:r>
            <a:r>
              <a:rPr sz="2200" spc="-10" dirty="0">
                <a:latin typeface="Calibri Light"/>
                <a:cs typeface="Calibri Light"/>
              </a:rPr>
              <a:t>start </a:t>
            </a:r>
            <a:r>
              <a:rPr sz="2200" dirty="0">
                <a:latin typeface="Calibri Light"/>
                <a:cs typeface="Calibri Light"/>
              </a:rPr>
              <a:t>the</a:t>
            </a:r>
            <a:r>
              <a:rPr sz="2200" spc="-50" dirty="0">
                <a:latin typeface="Calibri Light"/>
                <a:cs typeface="Calibri Light"/>
              </a:rPr>
              <a:t> </a:t>
            </a:r>
            <a:r>
              <a:rPr sz="2200" spc="-10" dirty="0">
                <a:latin typeface="Calibri Light"/>
                <a:cs typeface="Calibri Light"/>
              </a:rPr>
              <a:t>installation</a:t>
            </a:r>
            <a:r>
              <a:rPr sz="2200" spc="-45" dirty="0">
                <a:latin typeface="Calibri Light"/>
                <a:cs typeface="Calibri Light"/>
              </a:rPr>
              <a:t> </a:t>
            </a:r>
            <a:r>
              <a:rPr sz="2200" spc="-10" dirty="0">
                <a:latin typeface="Calibri Light"/>
                <a:cs typeface="Calibri Light"/>
              </a:rPr>
              <a:t>process.</a:t>
            </a:r>
            <a:endParaRPr sz="22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4577460"/>
            <a:ext cx="5240655" cy="3609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3514471"/>
            <a:ext cx="55448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5.</a:t>
            </a:r>
            <a:r>
              <a:rPr sz="2200" u="sng" spc="-5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PostgreSQL</a:t>
            </a:r>
            <a:r>
              <a:rPr sz="2200" u="sng" spc="-4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Installation</a:t>
            </a:r>
            <a:r>
              <a:rPr sz="2200" u="sng" spc="-4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Directory</a:t>
            </a:r>
            <a:r>
              <a:rPr sz="2200" u="sng" spc="-4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Configuration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8816543"/>
            <a:ext cx="4638675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directory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path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set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45" dirty="0">
                <a:latin typeface="Calibri"/>
                <a:cs typeface="Calibri"/>
              </a:rPr>
              <a:t>PostgreSQL </a:t>
            </a:r>
            <a:r>
              <a:rPr sz="2200" dirty="0">
                <a:latin typeface="Calibri"/>
                <a:cs typeface="Calibri"/>
              </a:rPr>
              <a:t>installation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system.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4525390"/>
            <a:ext cx="5240655" cy="3762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448682"/>
            <a:ext cx="570293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u="sng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6.Apache</a:t>
            </a:r>
            <a:r>
              <a:rPr sz="2600" u="sng" spc="-6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600" u="sng" spc="-4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Tomcat</a:t>
            </a:r>
            <a:r>
              <a:rPr sz="2600" u="sng" spc="-6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6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Installation</a:t>
            </a:r>
            <a:r>
              <a:rPr sz="2600" u="sng" spc="-55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 </a:t>
            </a:r>
            <a:r>
              <a:rPr sz="26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Configuration</a:t>
            </a:r>
            <a:endParaRPr sz="26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5579607"/>
            <a:ext cx="5207000" cy="36372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35736"/>
            <a:ext cx="55505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000" dirty="0">
                <a:latin typeface="Calibri Light"/>
                <a:cs typeface="Calibri Light"/>
              </a:rPr>
              <a:t>The</a:t>
            </a:r>
            <a:r>
              <a:rPr sz="2000" spc="-4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setup</a:t>
            </a:r>
            <a:r>
              <a:rPr sz="2000" spc="-4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window</a:t>
            </a:r>
            <a:r>
              <a:rPr sz="2000" spc="-4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shows</a:t>
            </a:r>
            <a:r>
              <a:rPr sz="2000" spc="-3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the</a:t>
            </a:r>
            <a:r>
              <a:rPr sz="2000" spc="-40" dirty="0">
                <a:latin typeface="Calibri Light"/>
                <a:cs typeface="Calibri Light"/>
              </a:rPr>
              <a:t> </a:t>
            </a:r>
            <a:r>
              <a:rPr sz="2000" spc="-10" dirty="0">
                <a:latin typeface="Calibri Light"/>
                <a:cs typeface="Calibri Light"/>
              </a:rPr>
              <a:t>installation</a:t>
            </a:r>
            <a:r>
              <a:rPr sz="2000" spc="-4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path</a:t>
            </a:r>
            <a:r>
              <a:rPr sz="2000" spc="-35" dirty="0">
                <a:latin typeface="Calibri Light"/>
                <a:cs typeface="Calibri Light"/>
              </a:rPr>
              <a:t> </a:t>
            </a:r>
            <a:r>
              <a:rPr sz="2000" spc="-25" dirty="0">
                <a:latin typeface="Calibri Light"/>
                <a:cs typeface="Calibri Light"/>
              </a:rPr>
              <a:t>for </a:t>
            </a:r>
            <a:r>
              <a:rPr sz="2000" dirty="0">
                <a:latin typeface="Calibri Light"/>
                <a:cs typeface="Calibri Light"/>
              </a:rPr>
              <a:t>Apache</a:t>
            </a:r>
            <a:r>
              <a:rPr sz="2000" spc="-50" dirty="0">
                <a:latin typeface="Calibri Light"/>
                <a:cs typeface="Calibri Light"/>
              </a:rPr>
              <a:t> </a:t>
            </a:r>
            <a:r>
              <a:rPr sz="2000" spc="-35" dirty="0">
                <a:latin typeface="Calibri Light"/>
                <a:cs typeface="Calibri Light"/>
              </a:rPr>
              <a:t>Tomcat</a:t>
            </a:r>
            <a:r>
              <a:rPr sz="2000" spc="-5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web</a:t>
            </a:r>
            <a:r>
              <a:rPr sz="2000" spc="-4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server</a:t>
            </a:r>
            <a:r>
              <a:rPr sz="2000" spc="-50" dirty="0">
                <a:latin typeface="Calibri Light"/>
                <a:cs typeface="Calibri Light"/>
              </a:rPr>
              <a:t> </a:t>
            </a:r>
            <a:r>
              <a:rPr sz="2000" spc="-10" dirty="0">
                <a:latin typeface="Calibri Light"/>
                <a:cs typeface="Calibri Light"/>
              </a:rPr>
              <a:t>before</a:t>
            </a:r>
            <a:r>
              <a:rPr sz="2000" spc="-40" dirty="0">
                <a:latin typeface="Calibri Light"/>
                <a:cs typeface="Calibri Light"/>
              </a:rPr>
              <a:t> </a:t>
            </a:r>
            <a:r>
              <a:rPr sz="2000" spc="-10" dirty="0">
                <a:latin typeface="Calibri Light"/>
                <a:cs typeface="Calibri Light"/>
              </a:rPr>
              <a:t>starting</a:t>
            </a:r>
            <a:r>
              <a:rPr sz="2000" spc="-40" dirty="0">
                <a:latin typeface="Calibri Light"/>
                <a:cs typeface="Calibri Light"/>
              </a:rPr>
              <a:t> </a:t>
            </a:r>
            <a:r>
              <a:rPr sz="2000" spc="-10" dirty="0">
                <a:latin typeface="Calibri Light"/>
                <a:cs typeface="Calibri Light"/>
              </a:rPr>
              <a:t>installation.</a:t>
            </a:r>
            <a:endParaRPr sz="20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</TotalTime>
  <Words>167</Words>
  <Application>Microsoft Office PowerPoint</Application>
  <PresentationFormat>Custom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Carlito</vt:lpstr>
      <vt:lpstr>Segoe UI Emoji</vt:lpstr>
      <vt:lpstr>Trebuchet MS</vt:lpstr>
      <vt:lpstr>Wingdings 3</vt:lpstr>
      <vt:lpstr>Facet</vt:lpstr>
      <vt:lpstr>SHREE RAMSWAROOP MEMORIAL UNIVERSITY</vt:lpstr>
      <vt:lpstr>PowerPoint Presentation</vt:lpstr>
      <vt:lpstr>2. Downloading the IDE Installer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guptashrijaya@gmail.com</dc:creator>
  <cp:lastModifiedBy>acer</cp:lastModifiedBy>
  <cp:revision>1</cp:revision>
  <dcterms:created xsi:type="dcterms:W3CDTF">2025-10-31T04:41:52Z</dcterms:created>
  <dcterms:modified xsi:type="dcterms:W3CDTF">2025-11-03T17:51:27Z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2025-10-31T00:00:00Z</vt:filetime>
  </property>
  <property fmtid="{D5CDD505-2E9C-101B-9397-08002B2CF9AE}" pid="5" name="Producer">
    <vt:lpwstr>3-Heights(TM) PDF Security Shell 4.8.25.2 (http://www.pdf-tools.com)</vt:lpwstr>
  </property>
</Properties>
</file>
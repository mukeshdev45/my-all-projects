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84" r:id="rId1"/>
  </p:sldMasterIdLst>
  <p:sldIdLst>
    <p:sldId id="274" r:id="rId2"/>
    <p:sldId id="257" r:id="rId3"/>
    <p:sldId id="258" r:id="rId4"/>
    <p:sldId id="259" r:id="rId5"/>
    <p:sldId id="260" r:id="rId6"/>
  </p:sldIdLst>
  <p:sldSz cx="7556500" cy="10693400"/>
  <p:notesSz cx="7556500" cy="10693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0" d="100"/>
          <a:sy n="50" d="100"/>
        </p:scale>
        <p:origin x="1944" y="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16018" y="2257498"/>
            <a:ext cx="5471494" cy="5191680"/>
          </a:xfrm>
        </p:spPr>
        <p:txBody>
          <a:bodyPr anchor="b"/>
          <a:lstStyle>
            <a:lvl1pPr>
              <a:defRPr sz="59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16018" y="7449174"/>
            <a:ext cx="5471494" cy="1343177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3778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7556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1334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511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8891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2669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6448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0226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56972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5355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6019" y="4462186"/>
            <a:ext cx="5471494" cy="2986990"/>
          </a:xfrm>
        </p:spPr>
        <p:txBody>
          <a:bodyPr anchor="b"/>
          <a:lstStyle>
            <a:lvl1pPr algn="l">
              <a:defRPr sz="3306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6018" y="7449175"/>
            <a:ext cx="5471494" cy="1341587"/>
          </a:xfrm>
        </p:spPr>
        <p:txBody>
          <a:bodyPr anchor="t"/>
          <a:lstStyle>
            <a:lvl1pPr marL="0" indent="0" algn="l">
              <a:buNone/>
              <a:defRPr sz="1653" cap="all">
                <a:solidFill>
                  <a:schemeClr val="accent1"/>
                </a:solidFill>
              </a:defRPr>
            </a:lvl1pPr>
            <a:lvl2pPr marL="377830" indent="0">
              <a:buNone/>
              <a:defRPr sz="1488">
                <a:solidFill>
                  <a:schemeClr val="tx1">
                    <a:tint val="75000"/>
                  </a:schemeClr>
                </a:solidFill>
              </a:defRPr>
            </a:lvl2pPr>
            <a:lvl3pPr marL="755660" indent="0">
              <a:buNone/>
              <a:defRPr sz="1322">
                <a:solidFill>
                  <a:schemeClr val="tx1">
                    <a:tint val="75000"/>
                  </a:schemeClr>
                </a:solidFill>
              </a:defRPr>
            </a:lvl3pPr>
            <a:lvl4pPr marL="1133490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4pPr>
            <a:lvl5pPr marL="1511320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5pPr>
            <a:lvl6pPr marL="1889150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6pPr>
            <a:lvl7pPr marL="2266980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7pPr>
            <a:lvl8pPr marL="2644811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8pPr>
            <a:lvl9pPr marL="3022641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00790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002" y="3212973"/>
            <a:ext cx="2725524" cy="6542282"/>
          </a:xfrm>
        </p:spPr>
        <p:txBody>
          <a:bodyPr>
            <a:normAutofit/>
          </a:bodyPr>
          <a:lstStyle>
            <a:lvl1pPr>
              <a:defRPr sz="1488"/>
            </a:lvl1pPr>
            <a:lvl2pPr>
              <a:defRPr sz="1322"/>
            </a:lvl2pPr>
            <a:lvl3pPr>
              <a:defRPr sz="1157"/>
            </a:lvl3pPr>
            <a:lvl4pPr>
              <a:defRPr sz="992"/>
            </a:lvl4pPr>
            <a:lvl5pPr>
              <a:defRPr sz="992"/>
            </a:lvl5pPr>
            <a:lvl6pPr>
              <a:defRPr sz="992"/>
            </a:lvl6pPr>
            <a:lvl7pPr>
              <a:defRPr sz="992"/>
            </a:lvl7pPr>
            <a:lvl8pPr>
              <a:defRPr sz="992"/>
            </a:lvl8pPr>
            <a:lvl9pPr>
              <a:defRPr sz="99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505521" y="3205983"/>
            <a:ext cx="2725526" cy="6549271"/>
          </a:xfrm>
        </p:spPr>
        <p:txBody>
          <a:bodyPr>
            <a:normAutofit/>
          </a:bodyPr>
          <a:lstStyle>
            <a:lvl1pPr>
              <a:defRPr sz="1488"/>
            </a:lvl1pPr>
            <a:lvl2pPr>
              <a:defRPr sz="1322"/>
            </a:lvl2pPr>
            <a:lvl3pPr>
              <a:defRPr sz="1157"/>
            </a:lvl3pPr>
            <a:lvl4pPr>
              <a:defRPr sz="992"/>
            </a:lvl4pPr>
            <a:lvl5pPr>
              <a:defRPr sz="992"/>
            </a:lvl5pPr>
            <a:lvl6pPr>
              <a:defRPr sz="992"/>
            </a:lvl6pPr>
            <a:lvl7pPr>
              <a:defRPr sz="992"/>
            </a:lvl7pPr>
            <a:lvl8pPr>
              <a:defRPr sz="992"/>
            </a:lvl8pPr>
            <a:lvl9pPr>
              <a:defRPr sz="99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65997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002" y="2970389"/>
            <a:ext cx="2725523" cy="898542"/>
          </a:xfrm>
        </p:spPr>
        <p:txBody>
          <a:bodyPr anchor="b">
            <a:noAutofit/>
          </a:bodyPr>
          <a:lstStyle>
            <a:lvl1pPr marL="0" indent="0">
              <a:buNone/>
              <a:defRPr sz="1983" b="0">
                <a:solidFill>
                  <a:schemeClr val="accent1"/>
                </a:solidFill>
              </a:defRPr>
            </a:lvl1pPr>
            <a:lvl2pPr marL="377830" indent="0">
              <a:buNone/>
              <a:defRPr sz="1653" b="1"/>
            </a:lvl2pPr>
            <a:lvl3pPr marL="755660" indent="0">
              <a:buNone/>
              <a:defRPr sz="1488" b="1"/>
            </a:lvl3pPr>
            <a:lvl4pPr marL="1133490" indent="0">
              <a:buNone/>
              <a:defRPr sz="1322" b="1"/>
            </a:lvl4pPr>
            <a:lvl5pPr marL="1511320" indent="0">
              <a:buNone/>
              <a:defRPr sz="1322" b="1"/>
            </a:lvl5pPr>
            <a:lvl6pPr marL="1889150" indent="0">
              <a:buNone/>
              <a:defRPr sz="1322" b="1"/>
            </a:lvl6pPr>
            <a:lvl7pPr marL="2266980" indent="0">
              <a:buNone/>
              <a:defRPr sz="1322" b="1"/>
            </a:lvl7pPr>
            <a:lvl8pPr marL="2644811" indent="0">
              <a:buNone/>
              <a:defRPr sz="1322" b="1"/>
            </a:lvl8pPr>
            <a:lvl9pPr marL="3022641" indent="0">
              <a:buNone/>
              <a:defRPr sz="132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002" y="3920913"/>
            <a:ext cx="2725524" cy="5834340"/>
          </a:xfrm>
        </p:spPr>
        <p:txBody>
          <a:bodyPr>
            <a:normAutofit/>
          </a:bodyPr>
          <a:lstStyle>
            <a:lvl1pPr>
              <a:defRPr sz="1488"/>
            </a:lvl1pPr>
            <a:lvl2pPr>
              <a:defRPr sz="1322"/>
            </a:lvl2pPr>
            <a:lvl3pPr>
              <a:defRPr sz="1157"/>
            </a:lvl3pPr>
            <a:lvl4pPr>
              <a:defRPr sz="992"/>
            </a:lvl4pPr>
            <a:lvl5pPr>
              <a:defRPr sz="992"/>
            </a:lvl5pPr>
            <a:lvl6pPr>
              <a:defRPr sz="992"/>
            </a:lvl6pPr>
            <a:lvl7pPr>
              <a:defRPr sz="992"/>
            </a:lvl7pPr>
            <a:lvl8pPr>
              <a:defRPr sz="992"/>
            </a:lvl8pPr>
            <a:lvl9pPr>
              <a:defRPr sz="99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505522" y="2970389"/>
            <a:ext cx="2725524" cy="898542"/>
          </a:xfrm>
        </p:spPr>
        <p:txBody>
          <a:bodyPr anchor="b">
            <a:noAutofit/>
          </a:bodyPr>
          <a:lstStyle>
            <a:lvl1pPr marL="0" indent="0">
              <a:buNone/>
              <a:defRPr sz="1983" b="0">
                <a:solidFill>
                  <a:schemeClr val="accent1"/>
                </a:solidFill>
              </a:defRPr>
            </a:lvl1pPr>
            <a:lvl2pPr marL="377830" indent="0">
              <a:buNone/>
              <a:defRPr sz="1653" b="1"/>
            </a:lvl2pPr>
            <a:lvl3pPr marL="755660" indent="0">
              <a:buNone/>
              <a:defRPr sz="1488" b="1"/>
            </a:lvl3pPr>
            <a:lvl4pPr marL="1133490" indent="0">
              <a:buNone/>
              <a:defRPr sz="1322" b="1"/>
            </a:lvl4pPr>
            <a:lvl5pPr marL="1511320" indent="0">
              <a:buNone/>
              <a:defRPr sz="1322" b="1"/>
            </a:lvl5pPr>
            <a:lvl6pPr marL="1889150" indent="0">
              <a:buNone/>
              <a:defRPr sz="1322" b="1"/>
            </a:lvl6pPr>
            <a:lvl7pPr marL="2266980" indent="0">
              <a:buNone/>
              <a:defRPr sz="1322" b="1"/>
            </a:lvl7pPr>
            <a:lvl8pPr marL="2644811" indent="0">
              <a:buNone/>
              <a:defRPr sz="1322" b="1"/>
            </a:lvl8pPr>
            <a:lvl9pPr marL="3022641" indent="0">
              <a:buNone/>
              <a:defRPr sz="132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505522" y="3920913"/>
            <a:ext cx="2725524" cy="5834340"/>
          </a:xfrm>
        </p:spPr>
        <p:txBody>
          <a:bodyPr>
            <a:normAutofit/>
          </a:bodyPr>
          <a:lstStyle>
            <a:lvl1pPr>
              <a:defRPr sz="1488"/>
            </a:lvl1pPr>
            <a:lvl2pPr>
              <a:defRPr sz="1322"/>
            </a:lvl2pPr>
            <a:lvl3pPr>
              <a:defRPr sz="1157"/>
            </a:lvl3pPr>
            <a:lvl4pPr>
              <a:defRPr sz="992"/>
            </a:lvl4pPr>
            <a:lvl5pPr>
              <a:defRPr sz="992"/>
            </a:lvl5pPr>
            <a:lvl6pPr>
              <a:defRPr sz="992"/>
            </a:lvl6pPr>
            <a:lvl7pPr>
              <a:defRPr sz="992"/>
            </a:lvl7pPr>
            <a:lvl8pPr>
              <a:defRPr sz="992"/>
            </a:lvl8pPr>
            <a:lvl9pPr>
              <a:defRPr sz="99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29875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35414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53471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6017" y="2257495"/>
            <a:ext cx="2108500" cy="2257496"/>
          </a:xfrm>
        </p:spPr>
        <p:txBody>
          <a:bodyPr anchor="b"/>
          <a:lstStyle>
            <a:lvl1pPr algn="l">
              <a:defRPr sz="1983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66238" y="2257496"/>
            <a:ext cx="3221275" cy="7128933"/>
          </a:xfrm>
        </p:spPr>
        <p:txBody>
          <a:bodyPr anchor="ctr">
            <a:normAutofit/>
          </a:bodyPr>
          <a:lstStyle>
            <a:lvl1pPr>
              <a:defRPr sz="1653"/>
            </a:lvl1pPr>
            <a:lvl2pPr>
              <a:defRPr sz="1488"/>
            </a:lvl2pPr>
            <a:lvl3pPr>
              <a:defRPr sz="1322"/>
            </a:lvl3pPr>
            <a:lvl4pPr>
              <a:defRPr sz="1157"/>
            </a:lvl4pPr>
            <a:lvl5pPr>
              <a:defRPr sz="1157"/>
            </a:lvl5pPr>
            <a:lvl6pPr>
              <a:defRPr sz="1157"/>
            </a:lvl6pPr>
            <a:lvl7pPr>
              <a:defRPr sz="1157"/>
            </a:lvl7pPr>
            <a:lvl8pPr>
              <a:defRPr sz="1157"/>
            </a:lvl8pPr>
            <a:lvl9pPr>
              <a:defRPr sz="115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16017" y="4879361"/>
            <a:ext cx="2108500" cy="4514990"/>
          </a:xfrm>
        </p:spPr>
        <p:txBody>
          <a:bodyPr/>
          <a:lstStyle>
            <a:lvl1pPr marL="0" indent="0">
              <a:buNone/>
              <a:defRPr sz="1157"/>
            </a:lvl1pPr>
            <a:lvl2pPr marL="377830" indent="0">
              <a:buNone/>
              <a:defRPr sz="992"/>
            </a:lvl2pPr>
            <a:lvl3pPr marL="755660" indent="0">
              <a:buNone/>
              <a:defRPr sz="826"/>
            </a:lvl3pPr>
            <a:lvl4pPr marL="1133490" indent="0">
              <a:buNone/>
              <a:defRPr sz="744"/>
            </a:lvl4pPr>
            <a:lvl5pPr marL="1511320" indent="0">
              <a:buNone/>
              <a:defRPr sz="744"/>
            </a:lvl5pPr>
            <a:lvl6pPr marL="1889150" indent="0">
              <a:buNone/>
              <a:defRPr sz="744"/>
            </a:lvl6pPr>
            <a:lvl7pPr marL="2266980" indent="0">
              <a:buNone/>
              <a:defRPr sz="744"/>
            </a:lvl7pPr>
            <a:lvl8pPr marL="2644811" indent="0">
              <a:buNone/>
              <a:defRPr sz="744"/>
            </a:lvl8pPr>
            <a:lvl9pPr marL="3022641" indent="0">
              <a:buNone/>
              <a:defRPr sz="7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80493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5368" y="2891166"/>
            <a:ext cx="3157363" cy="2455534"/>
          </a:xfrm>
        </p:spPr>
        <p:txBody>
          <a:bodyPr anchor="b">
            <a:normAutofit/>
          </a:bodyPr>
          <a:lstStyle>
            <a:lvl1pPr algn="l">
              <a:defRPr sz="2975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308393" y="1782234"/>
            <a:ext cx="1984098" cy="7128933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322"/>
            </a:lvl1pPr>
            <a:lvl2pPr marL="377830" indent="0">
              <a:buNone/>
              <a:defRPr sz="1322"/>
            </a:lvl2pPr>
            <a:lvl3pPr marL="755660" indent="0">
              <a:buNone/>
              <a:defRPr sz="1322"/>
            </a:lvl3pPr>
            <a:lvl4pPr marL="1133490" indent="0">
              <a:buNone/>
              <a:defRPr sz="1322"/>
            </a:lvl4pPr>
            <a:lvl5pPr marL="1511320" indent="0">
              <a:buNone/>
              <a:defRPr sz="1322"/>
            </a:lvl5pPr>
            <a:lvl6pPr marL="1889150" indent="0">
              <a:buNone/>
              <a:defRPr sz="1322"/>
            </a:lvl6pPr>
            <a:lvl7pPr marL="2266980" indent="0">
              <a:buNone/>
              <a:defRPr sz="1322"/>
            </a:lvl7pPr>
            <a:lvl8pPr marL="2644811" indent="0">
              <a:buNone/>
              <a:defRPr sz="1322"/>
            </a:lvl8pPr>
            <a:lvl9pPr marL="3022641" indent="0">
              <a:buNone/>
              <a:defRPr sz="1322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16017" y="5703147"/>
            <a:ext cx="3152449" cy="2138680"/>
          </a:xfrm>
        </p:spPr>
        <p:txBody>
          <a:bodyPr>
            <a:normAutofit/>
          </a:bodyPr>
          <a:lstStyle>
            <a:lvl1pPr marL="0" indent="0">
              <a:buNone/>
              <a:defRPr sz="1157"/>
            </a:lvl1pPr>
            <a:lvl2pPr marL="377830" indent="0">
              <a:buNone/>
              <a:defRPr sz="992"/>
            </a:lvl2pPr>
            <a:lvl3pPr marL="755660" indent="0">
              <a:buNone/>
              <a:defRPr sz="826"/>
            </a:lvl3pPr>
            <a:lvl4pPr marL="1133490" indent="0">
              <a:buNone/>
              <a:defRPr sz="744"/>
            </a:lvl4pPr>
            <a:lvl5pPr marL="1511320" indent="0">
              <a:buNone/>
              <a:defRPr sz="744"/>
            </a:lvl5pPr>
            <a:lvl6pPr marL="1889150" indent="0">
              <a:buNone/>
              <a:defRPr sz="744"/>
            </a:lvl6pPr>
            <a:lvl7pPr marL="2266980" indent="0">
              <a:buNone/>
              <a:defRPr sz="744"/>
            </a:lvl7pPr>
            <a:lvl8pPr marL="2644811" indent="0">
              <a:buNone/>
              <a:defRPr sz="744"/>
            </a:lvl8pPr>
            <a:lvl9pPr marL="3022641" indent="0">
              <a:buNone/>
              <a:defRPr sz="7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48773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6019" y="7485360"/>
            <a:ext cx="5471494" cy="883691"/>
          </a:xfrm>
        </p:spPr>
        <p:txBody>
          <a:bodyPr anchor="b">
            <a:normAutofit/>
          </a:bodyPr>
          <a:lstStyle>
            <a:lvl1pPr algn="l">
              <a:defRPr sz="1983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16018" y="1069340"/>
            <a:ext cx="5471494" cy="56767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322"/>
            </a:lvl1pPr>
            <a:lvl2pPr marL="377830" indent="0">
              <a:buNone/>
              <a:defRPr sz="1322"/>
            </a:lvl2pPr>
            <a:lvl3pPr marL="755660" indent="0">
              <a:buNone/>
              <a:defRPr sz="1322"/>
            </a:lvl3pPr>
            <a:lvl4pPr marL="1133490" indent="0">
              <a:buNone/>
              <a:defRPr sz="1322"/>
            </a:lvl4pPr>
            <a:lvl5pPr marL="1511320" indent="0">
              <a:buNone/>
              <a:defRPr sz="1322"/>
            </a:lvl5pPr>
            <a:lvl6pPr marL="1889150" indent="0">
              <a:buNone/>
              <a:defRPr sz="1322"/>
            </a:lvl6pPr>
            <a:lvl7pPr marL="2266980" indent="0">
              <a:buNone/>
              <a:defRPr sz="1322"/>
            </a:lvl7pPr>
            <a:lvl8pPr marL="2644811" indent="0">
              <a:buNone/>
              <a:defRPr sz="1322"/>
            </a:lvl8pPr>
            <a:lvl9pPr marL="3022641" indent="0">
              <a:buNone/>
              <a:defRPr sz="1322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16019" y="8369051"/>
            <a:ext cx="5471493" cy="769825"/>
          </a:xfrm>
        </p:spPr>
        <p:txBody>
          <a:bodyPr>
            <a:normAutofit/>
          </a:bodyPr>
          <a:lstStyle>
            <a:lvl1pPr marL="0" indent="0">
              <a:buNone/>
              <a:defRPr sz="992"/>
            </a:lvl1pPr>
            <a:lvl2pPr marL="377830" indent="0">
              <a:buNone/>
              <a:defRPr sz="992"/>
            </a:lvl2pPr>
            <a:lvl3pPr marL="755660" indent="0">
              <a:buNone/>
              <a:defRPr sz="826"/>
            </a:lvl3pPr>
            <a:lvl4pPr marL="1133490" indent="0">
              <a:buNone/>
              <a:defRPr sz="744"/>
            </a:lvl4pPr>
            <a:lvl5pPr marL="1511320" indent="0">
              <a:buNone/>
              <a:defRPr sz="744"/>
            </a:lvl5pPr>
            <a:lvl6pPr marL="1889150" indent="0">
              <a:buNone/>
              <a:defRPr sz="744"/>
            </a:lvl6pPr>
            <a:lvl7pPr marL="2266980" indent="0">
              <a:buNone/>
              <a:defRPr sz="744"/>
            </a:lvl7pPr>
            <a:lvl8pPr marL="2644811" indent="0">
              <a:buNone/>
              <a:defRPr sz="744"/>
            </a:lvl8pPr>
            <a:lvl9pPr marL="3022641" indent="0">
              <a:buNone/>
              <a:defRPr sz="7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72620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6018" y="2257496"/>
            <a:ext cx="5471494" cy="3089204"/>
          </a:xfrm>
        </p:spPr>
        <p:txBody>
          <a:bodyPr/>
          <a:lstStyle>
            <a:lvl1pPr>
              <a:defRPr sz="39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716018" y="5703147"/>
            <a:ext cx="5471494" cy="3683282"/>
          </a:xfrm>
        </p:spPr>
        <p:txBody>
          <a:bodyPr anchor="ctr">
            <a:normAutofit/>
          </a:bodyPr>
          <a:lstStyle>
            <a:lvl1pPr marL="0" indent="0">
              <a:buNone/>
              <a:defRPr sz="1488"/>
            </a:lvl1pPr>
            <a:lvl2pPr marL="377830" indent="0">
              <a:buNone/>
              <a:defRPr sz="992"/>
            </a:lvl2pPr>
            <a:lvl3pPr marL="755660" indent="0">
              <a:buNone/>
              <a:defRPr sz="826"/>
            </a:lvl3pPr>
            <a:lvl4pPr marL="1133490" indent="0">
              <a:buNone/>
              <a:defRPr sz="744"/>
            </a:lvl4pPr>
            <a:lvl5pPr marL="1511320" indent="0">
              <a:buNone/>
              <a:defRPr sz="744"/>
            </a:lvl5pPr>
            <a:lvl6pPr marL="1889150" indent="0">
              <a:buNone/>
              <a:defRPr sz="744"/>
            </a:lvl6pPr>
            <a:lvl7pPr marL="2266980" indent="0">
              <a:buNone/>
              <a:defRPr sz="744"/>
            </a:lvl7pPr>
            <a:lvl8pPr marL="2644811" indent="0">
              <a:buNone/>
              <a:defRPr sz="744"/>
            </a:lvl8pPr>
            <a:lvl9pPr marL="3022641" indent="0">
              <a:buNone/>
              <a:defRPr sz="7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55988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6304" y="2257496"/>
            <a:ext cx="4959200" cy="3613816"/>
          </a:xfrm>
        </p:spPr>
        <p:txBody>
          <a:bodyPr/>
          <a:lstStyle>
            <a:lvl1pPr>
              <a:defRPr sz="39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02008" y="5871311"/>
            <a:ext cx="4503713" cy="533538"/>
          </a:xfrm>
        </p:spPr>
        <p:txBody>
          <a:bodyPr anchor="t">
            <a:normAutofit/>
          </a:bodyPr>
          <a:lstStyle>
            <a:lvl1pPr marL="0" indent="0">
              <a:buNone/>
              <a:defRPr lang="en-US" sz="1157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377830" indent="0">
              <a:buNone/>
              <a:defRPr sz="992"/>
            </a:lvl2pPr>
            <a:lvl3pPr marL="755660" indent="0">
              <a:buNone/>
              <a:defRPr sz="826"/>
            </a:lvl3pPr>
            <a:lvl4pPr marL="1133490" indent="0">
              <a:buNone/>
              <a:defRPr sz="744"/>
            </a:lvl4pPr>
            <a:lvl5pPr marL="1511320" indent="0">
              <a:buNone/>
              <a:defRPr sz="744"/>
            </a:lvl5pPr>
            <a:lvl6pPr marL="1889150" indent="0">
              <a:buNone/>
              <a:defRPr sz="744"/>
            </a:lvl6pPr>
            <a:lvl7pPr marL="2266980" indent="0">
              <a:buNone/>
              <a:defRPr sz="744"/>
            </a:lvl7pPr>
            <a:lvl8pPr marL="2644811" indent="0">
              <a:buNone/>
              <a:defRPr sz="744"/>
            </a:lvl8pPr>
            <a:lvl9pPr marL="3022641" indent="0">
              <a:buNone/>
              <a:defRPr sz="7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716018" y="6783802"/>
            <a:ext cx="5471494" cy="2613942"/>
          </a:xfrm>
        </p:spPr>
        <p:txBody>
          <a:bodyPr anchor="ctr">
            <a:normAutofit/>
          </a:bodyPr>
          <a:lstStyle>
            <a:lvl1pPr marL="0" indent="0">
              <a:buNone/>
              <a:defRPr sz="1488"/>
            </a:lvl1pPr>
            <a:lvl2pPr marL="377830" indent="0">
              <a:buNone/>
              <a:defRPr sz="992"/>
            </a:lvl2pPr>
            <a:lvl3pPr marL="755660" indent="0">
              <a:buNone/>
              <a:defRPr sz="826"/>
            </a:lvl3pPr>
            <a:lvl4pPr marL="1133490" indent="0">
              <a:buNone/>
              <a:defRPr sz="744"/>
            </a:lvl4pPr>
            <a:lvl5pPr marL="1511320" indent="0">
              <a:buNone/>
              <a:defRPr sz="744"/>
            </a:lvl5pPr>
            <a:lvl6pPr marL="1889150" indent="0">
              <a:buNone/>
              <a:defRPr sz="744"/>
            </a:lvl6pPr>
            <a:lvl7pPr marL="2266980" indent="0">
              <a:buNone/>
              <a:defRPr sz="744"/>
            </a:lvl7pPr>
            <a:lvl8pPr marL="2644811" indent="0">
              <a:buNone/>
              <a:defRPr sz="744"/>
            </a:lvl8pPr>
            <a:lvl9pPr marL="3022641" indent="0">
              <a:buNone/>
              <a:defRPr sz="7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556901" y="1514435"/>
            <a:ext cx="497148" cy="16438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0082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84467" y="4075572"/>
            <a:ext cx="497148" cy="16438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0082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574683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6018" y="4871439"/>
            <a:ext cx="5471495" cy="2577736"/>
          </a:xfrm>
        </p:spPr>
        <p:txBody>
          <a:bodyPr anchor="b"/>
          <a:lstStyle>
            <a:lvl1pPr algn="l">
              <a:defRPr sz="3306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6018" y="7449175"/>
            <a:ext cx="5471494" cy="1341587"/>
          </a:xfrm>
        </p:spPr>
        <p:txBody>
          <a:bodyPr anchor="t"/>
          <a:lstStyle>
            <a:lvl1pPr marL="0" indent="0" algn="l">
              <a:buNone/>
              <a:defRPr sz="1653" cap="none">
                <a:solidFill>
                  <a:schemeClr val="accent1"/>
                </a:solidFill>
              </a:defRPr>
            </a:lvl1pPr>
            <a:lvl2pPr marL="377830" indent="0">
              <a:buNone/>
              <a:defRPr sz="1488">
                <a:solidFill>
                  <a:schemeClr val="tx1">
                    <a:tint val="75000"/>
                  </a:schemeClr>
                </a:solidFill>
              </a:defRPr>
            </a:lvl2pPr>
            <a:lvl3pPr marL="755660" indent="0">
              <a:buNone/>
              <a:defRPr sz="1322">
                <a:solidFill>
                  <a:schemeClr val="tx1">
                    <a:tint val="75000"/>
                  </a:schemeClr>
                </a:solidFill>
              </a:defRPr>
            </a:lvl3pPr>
            <a:lvl4pPr marL="1133490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4pPr>
            <a:lvl5pPr marL="1511320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5pPr>
            <a:lvl6pPr marL="1889150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6pPr>
            <a:lvl7pPr marL="2266980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7pPr>
            <a:lvl8pPr marL="2644811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8pPr>
            <a:lvl9pPr marL="3022641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75490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47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98" y="3089204"/>
            <a:ext cx="1826919" cy="898542"/>
          </a:xfrm>
        </p:spPr>
        <p:txBody>
          <a:bodyPr anchor="b">
            <a:noAutofit/>
          </a:bodyPr>
          <a:lstStyle>
            <a:lvl1pPr marL="0" indent="0">
              <a:buNone/>
              <a:defRPr sz="1983" b="0">
                <a:solidFill>
                  <a:schemeClr val="accent1"/>
                </a:solidFill>
              </a:defRPr>
            </a:lvl1pPr>
            <a:lvl2pPr marL="377830" indent="0">
              <a:buNone/>
              <a:defRPr sz="1653" b="1"/>
            </a:lvl2pPr>
            <a:lvl3pPr marL="755660" indent="0">
              <a:buNone/>
              <a:defRPr sz="1488" b="1"/>
            </a:lvl3pPr>
            <a:lvl4pPr marL="1133490" indent="0">
              <a:buNone/>
              <a:defRPr sz="1322" b="1"/>
            </a:lvl4pPr>
            <a:lvl5pPr marL="1511320" indent="0">
              <a:buNone/>
              <a:defRPr sz="1322" b="1"/>
            </a:lvl5pPr>
            <a:lvl6pPr marL="1889150" indent="0">
              <a:buNone/>
              <a:defRPr sz="1322" b="1"/>
            </a:lvl6pPr>
            <a:lvl7pPr marL="2266980" indent="0">
              <a:buNone/>
              <a:defRPr sz="1322" b="1"/>
            </a:lvl7pPr>
            <a:lvl8pPr marL="2644811" indent="0">
              <a:buNone/>
              <a:defRPr sz="1322" b="1"/>
            </a:lvl8pPr>
            <a:lvl9pPr marL="3022641" indent="0">
              <a:buNone/>
              <a:defRPr sz="132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04497" y="4158544"/>
            <a:ext cx="1814819" cy="5596709"/>
          </a:xfrm>
        </p:spPr>
        <p:txBody>
          <a:bodyPr anchor="t">
            <a:normAutofit/>
          </a:bodyPr>
          <a:lstStyle>
            <a:lvl1pPr marL="0" indent="0">
              <a:buNone/>
              <a:defRPr sz="1157"/>
            </a:lvl1pPr>
            <a:lvl2pPr marL="377830" indent="0">
              <a:buNone/>
              <a:defRPr sz="992"/>
            </a:lvl2pPr>
            <a:lvl3pPr marL="755660" indent="0">
              <a:buNone/>
              <a:defRPr sz="826"/>
            </a:lvl3pPr>
            <a:lvl4pPr marL="1133490" indent="0">
              <a:buNone/>
              <a:defRPr sz="744"/>
            </a:lvl4pPr>
            <a:lvl5pPr marL="1511320" indent="0">
              <a:buNone/>
              <a:defRPr sz="744"/>
            </a:lvl5pPr>
            <a:lvl6pPr marL="1889150" indent="0">
              <a:buNone/>
              <a:defRPr sz="744"/>
            </a:lvl6pPr>
            <a:lvl7pPr marL="2266980" indent="0">
              <a:buNone/>
              <a:defRPr sz="744"/>
            </a:lvl7pPr>
            <a:lvl8pPr marL="2644811" indent="0">
              <a:buNone/>
              <a:defRPr sz="744"/>
            </a:lvl8pPr>
            <a:lvl9pPr marL="3022641" indent="0">
              <a:buNone/>
              <a:defRPr sz="7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407688" y="3089204"/>
            <a:ext cx="1820331" cy="898542"/>
          </a:xfrm>
        </p:spPr>
        <p:txBody>
          <a:bodyPr anchor="b">
            <a:noAutofit/>
          </a:bodyPr>
          <a:lstStyle>
            <a:lvl1pPr marL="0" indent="0">
              <a:buNone/>
              <a:defRPr sz="1983" b="0">
                <a:solidFill>
                  <a:schemeClr val="accent1"/>
                </a:solidFill>
              </a:defRPr>
            </a:lvl1pPr>
            <a:lvl2pPr marL="377830" indent="0">
              <a:buNone/>
              <a:defRPr sz="1653" b="1"/>
            </a:lvl2pPr>
            <a:lvl3pPr marL="755660" indent="0">
              <a:buNone/>
              <a:defRPr sz="1488" b="1"/>
            </a:lvl3pPr>
            <a:lvl4pPr marL="1133490" indent="0">
              <a:buNone/>
              <a:defRPr sz="1322" b="1"/>
            </a:lvl4pPr>
            <a:lvl5pPr marL="1511320" indent="0">
              <a:buNone/>
              <a:defRPr sz="1322" b="1"/>
            </a:lvl5pPr>
            <a:lvl6pPr marL="1889150" indent="0">
              <a:buNone/>
              <a:defRPr sz="1322" b="1"/>
            </a:lvl6pPr>
            <a:lvl7pPr marL="2266980" indent="0">
              <a:buNone/>
              <a:defRPr sz="1322" b="1"/>
            </a:lvl7pPr>
            <a:lvl8pPr marL="2644811" indent="0">
              <a:buNone/>
              <a:defRPr sz="1322" b="1"/>
            </a:lvl8pPr>
            <a:lvl9pPr marL="3022641" indent="0">
              <a:buNone/>
              <a:defRPr sz="132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401144" y="4158544"/>
            <a:ext cx="1826874" cy="5596709"/>
          </a:xfrm>
        </p:spPr>
        <p:txBody>
          <a:bodyPr anchor="t">
            <a:normAutofit/>
          </a:bodyPr>
          <a:lstStyle>
            <a:lvl1pPr marL="0" indent="0">
              <a:buNone/>
              <a:defRPr sz="1157"/>
            </a:lvl1pPr>
            <a:lvl2pPr marL="377830" indent="0">
              <a:buNone/>
              <a:defRPr sz="992"/>
            </a:lvl2pPr>
            <a:lvl3pPr marL="755660" indent="0">
              <a:buNone/>
              <a:defRPr sz="826"/>
            </a:lvl3pPr>
            <a:lvl4pPr marL="1133490" indent="0">
              <a:buNone/>
              <a:defRPr sz="744"/>
            </a:lvl4pPr>
            <a:lvl5pPr marL="1511320" indent="0">
              <a:buNone/>
              <a:defRPr sz="744"/>
            </a:lvl5pPr>
            <a:lvl6pPr marL="1889150" indent="0">
              <a:buNone/>
              <a:defRPr sz="744"/>
            </a:lvl6pPr>
            <a:lvl7pPr marL="2266980" indent="0">
              <a:buNone/>
              <a:defRPr sz="744"/>
            </a:lvl7pPr>
            <a:lvl8pPr marL="2644811" indent="0">
              <a:buNone/>
              <a:defRPr sz="744"/>
            </a:lvl8pPr>
            <a:lvl9pPr marL="3022641" indent="0">
              <a:buNone/>
              <a:defRPr sz="7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416980" y="3089204"/>
            <a:ext cx="1817773" cy="898542"/>
          </a:xfrm>
        </p:spPr>
        <p:txBody>
          <a:bodyPr anchor="b">
            <a:noAutofit/>
          </a:bodyPr>
          <a:lstStyle>
            <a:lvl1pPr marL="0" indent="0">
              <a:buNone/>
              <a:defRPr sz="1983" b="0">
                <a:solidFill>
                  <a:schemeClr val="accent1"/>
                </a:solidFill>
              </a:defRPr>
            </a:lvl1pPr>
            <a:lvl2pPr marL="377830" indent="0">
              <a:buNone/>
              <a:defRPr sz="1653" b="1"/>
            </a:lvl2pPr>
            <a:lvl3pPr marL="755660" indent="0">
              <a:buNone/>
              <a:defRPr sz="1488" b="1"/>
            </a:lvl3pPr>
            <a:lvl4pPr marL="1133490" indent="0">
              <a:buNone/>
              <a:defRPr sz="1322" b="1"/>
            </a:lvl4pPr>
            <a:lvl5pPr marL="1511320" indent="0">
              <a:buNone/>
              <a:defRPr sz="1322" b="1"/>
            </a:lvl5pPr>
            <a:lvl6pPr marL="1889150" indent="0">
              <a:buNone/>
              <a:defRPr sz="1322" b="1"/>
            </a:lvl6pPr>
            <a:lvl7pPr marL="2266980" indent="0">
              <a:buNone/>
              <a:defRPr sz="1322" b="1"/>
            </a:lvl7pPr>
            <a:lvl8pPr marL="2644811" indent="0">
              <a:buNone/>
              <a:defRPr sz="1322" b="1"/>
            </a:lvl8pPr>
            <a:lvl9pPr marL="3022641" indent="0">
              <a:buNone/>
              <a:defRPr sz="132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4416980" y="4158544"/>
            <a:ext cx="1817773" cy="5596709"/>
          </a:xfrm>
        </p:spPr>
        <p:txBody>
          <a:bodyPr anchor="t">
            <a:normAutofit/>
          </a:bodyPr>
          <a:lstStyle>
            <a:lvl1pPr marL="0" indent="0">
              <a:buNone/>
              <a:defRPr sz="1157"/>
            </a:lvl1pPr>
            <a:lvl2pPr marL="377830" indent="0">
              <a:buNone/>
              <a:defRPr sz="992"/>
            </a:lvl2pPr>
            <a:lvl3pPr marL="755660" indent="0">
              <a:buNone/>
              <a:defRPr sz="826"/>
            </a:lvl3pPr>
            <a:lvl4pPr marL="1133490" indent="0">
              <a:buNone/>
              <a:defRPr sz="744"/>
            </a:lvl4pPr>
            <a:lvl5pPr marL="1511320" indent="0">
              <a:buNone/>
              <a:defRPr sz="744"/>
            </a:lvl5pPr>
            <a:lvl6pPr marL="1889150" indent="0">
              <a:buNone/>
              <a:defRPr sz="744"/>
            </a:lvl6pPr>
            <a:lvl7pPr marL="2266980" indent="0">
              <a:buNone/>
              <a:defRPr sz="744"/>
            </a:lvl7pPr>
            <a:lvl8pPr marL="2644811" indent="0">
              <a:buNone/>
              <a:defRPr sz="744"/>
            </a:lvl8pPr>
            <a:lvl9pPr marL="3022641" indent="0">
              <a:buNone/>
              <a:defRPr sz="7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310033" y="3326836"/>
            <a:ext cx="0" cy="617840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4316254" y="3326836"/>
            <a:ext cx="0" cy="6185397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95930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47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4497" y="6628332"/>
            <a:ext cx="1822693" cy="898542"/>
          </a:xfrm>
        </p:spPr>
        <p:txBody>
          <a:bodyPr anchor="b">
            <a:noAutofit/>
          </a:bodyPr>
          <a:lstStyle>
            <a:lvl1pPr marL="0" indent="0">
              <a:buNone/>
              <a:defRPr sz="1983" b="0">
                <a:solidFill>
                  <a:schemeClr val="accent1"/>
                </a:solidFill>
              </a:defRPr>
            </a:lvl1pPr>
            <a:lvl2pPr marL="377830" indent="0">
              <a:buNone/>
              <a:defRPr sz="1653" b="1"/>
            </a:lvl2pPr>
            <a:lvl3pPr marL="755660" indent="0">
              <a:buNone/>
              <a:defRPr sz="1488" b="1"/>
            </a:lvl3pPr>
            <a:lvl4pPr marL="1133490" indent="0">
              <a:buNone/>
              <a:defRPr sz="1322" b="1"/>
            </a:lvl4pPr>
            <a:lvl5pPr marL="1511320" indent="0">
              <a:buNone/>
              <a:defRPr sz="1322" b="1"/>
            </a:lvl5pPr>
            <a:lvl6pPr marL="1889150" indent="0">
              <a:buNone/>
              <a:defRPr sz="1322" b="1"/>
            </a:lvl6pPr>
            <a:lvl7pPr marL="2266980" indent="0">
              <a:buNone/>
              <a:defRPr sz="1322" b="1"/>
            </a:lvl7pPr>
            <a:lvl8pPr marL="2644811" indent="0">
              <a:buNone/>
              <a:defRPr sz="1322" b="1"/>
            </a:lvl8pPr>
            <a:lvl9pPr marL="3022641" indent="0">
              <a:buNone/>
              <a:defRPr sz="132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04497" y="3445651"/>
            <a:ext cx="1822693" cy="2376311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322"/>
            </a:lvl1pPr>
            <a:lvl2pPr marL="377830" indent="0">
              <a:buNone/>
              <a:defRPr sz="1322"/>
            </a:lvl2pPr>
            <a:lvl3pPr marL="755660" indent="0">
              <a:buNone/>
              <a:defRPr sz="1322"/>
            </a:lvl3pPr>
            <a:lvl4pPr marL="1133490" indent="0">
              <a:buNone/>
              <a:defRPr sz="1322"/>
            </a:lvl4pPr>
            <a:lvl5pPr marL="1511320" indent="0">
              <a:buNone/>
              <a:defRPr sz="1322"/>
            </a:lvl5pPr>
            <a:lvl6pPr marL="1889150" indent="0">
              <a:buNone/>
              <a:defRPr sz="1322"/>
            </a:lvl6pPr>
            <a:lvl7pPr marL="2266980" indent="0">
              <a:buNone/>
              <a:defRPr sz="1322"/>
            </a:lvl7pPr>
            <a:lvl8pPr marL="2644811" indent="0">
              <a:buNone/>
              <a:defRPr sz="1322"/>
            </a:lvl8pPr>
            <a:lvl9pPr marL="3022641" indent="0">
              <a:buNone/>
              <a:defRPr sz="1322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04497" y="7526876"/>
            <a:ext cx="1822693" cy="1027847"/>
          </a:xfrm>
        </p:spPr>
        <p:txBody>
          <a:bodyPr anchor="t">
            <a:normAutofit/>
          </a:bodyPr>
          <a:lstStyle>
            <a:lvl1pPr marL="0" indent="0">
              <a:buNone/>
              <a:defRPr sz="1157"/>
            </a:lvl1pPr>
            <a:lvl2pPr marL="377830" indent="0">
              <a:buNone/>
              <a:defRPr sz="992"/>
            </a:lvl2pPr>
            <a:lvl3pPr marL="755660" indent="0">
              <a:buNone/>
              <a:defRPr sz="826"/>
            </a:lvl3pPr>
            <a:lvl4pPr marL="1133490" indent="0">
              <a:buNone/>
              <a:defRPr sz="744"/>
            </a:lvl4pPr>
            <a:lvl5pPr marL="1511320" indent="0">
              <a:buNone/>
              <a:defRPr sz="744"/>
            </a:lvl5pPr>
            <a:lvl6pPr marL="1889150" indent="0">
              <a:buNone/>
              <a:defRPr sz="744"/>
            </a:lvl6pPr>
            <a:lvl7pPr marL="2266980" indent="0">
              <a:buNone/>
              <a:defRPr sz="744"/>
            </a:lvl7pPr>
            <a:lvl8pPr marL="2644811" indent="0">
              <a:buNone/>
              <a:defRPr sz="744"/>
            </a:lvl8pPr>
            <a:lvl9pPr marL="3022641" indent="0">
              <a:buNone/>
              <a:defRPr sz="7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411231" y="6628332"/>
            <a:ext cx="1816788" cy="898542"/>
          </a:xfrm>
        </p:spPr>
        <p:txBody>
          <a:bodyPr anchor="b">
            <a:noAutofit/>
          </a:bodyPr>
          <a:lstStyle>
            <a:lvl1pPr marL="0" indent="0">
              <a:buNone/>
              <a:defRPr sz="1983" b="0">
                <a:solidFill>
                  <a:schemeClr val="accent1"/>
                </a:solidFill>
              </a:defRPr>
            </a:lvl1pPr>
            <a:lvl2pPr marL="377830" indent="0">
              <a:buNone/>
              <a:defRPr sz="1653" b="1"/>
            </a:lvl2pPr>
            <a:lvl3pPr marL="755660" indent="0">
              <a:buNone/>
              <a:defRPr sz="1488" b="1"/>
            </a:lvl3pPr>
            <a:lvl4pPr marL="1133490" indent="0">
              <a:buNone/>
              <a:defRPr sz="1322" b="1"/>
            </a:lvl4pPr>
            <a:lvl5pPr marL="1511320" indent="0">
              <a:buNone/>
              <a:defRPr sz="1322" b="1"/>
            </a:lvl5pPr>
            <a:lvl6pPr marL="1889150" indent="0">
              <a:buNone/>
              <a:defRPr sz="1322" b="1"/>
            </a:lvl6pPr>
            <a:lvl7pPr marL="2266980" indent="0">
              <a:buNone/>
              <a:defRPr sz="1322" b="1"/>
            </a:lvl7pPr>
            <a:lvl8pPr marL="2644811" indent="0">
              <a:buNone/>
              <a:defRPr sz="1322" b="1"/>
            </a:lvl8pPr>
            <a:lvl9pPr marL="3022641" indent="0">
              <a:buNone/>
              <a:defRPr sz="132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411230" y="3445651"/>
            <a:ext cx="1816788" cy="2376311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322"/>
            </a:lvl1pPr>
            <a:lvl2pPr marL="377830" indent="0">
              <a:buNone/>
              <a:defRPr sz="1322"/>
            </a:lvl2pPr>
            <a:lvl3pPr marL="755660" indent="0">
              <a:buNone/>
              <a:defRPr sz="1322"/>
            </a:lvl3pPr>
            <a:lvl4pPr marL="1133490" indent="0">
              <a:buNone/>
              <a:defRPr sz="1322"/>
            </a:lvl4pPr>
            <a:lvl5pPr marL="1511320" indent="0">
              <a:buNone/>
              <a:defRPr sz="1322"/>
            </a:lvl5pPr>
            <a:lvl6pPr marL="1889150" indent="0">
              <a:buNone/>
              <a:defRPr sz="1322"/>
            </a:lvl6pPr>
            <a:lvl7pPr marL="2266980" indent="0">
              <a:buNone/>
              <a:defRPr sz="1322"/>
            </a:lvl7pPr>
            <a:lvl8pPr marL="2644811" indent="0">
              <a:buNone/>
              <a:defRPr sz="1322"/>
            </a:lvl8pPr>
            <a:lvl9pPr marL="3022641" indent="0">
              <a:buNone/>
              <a:defRPr sz="1322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410391" y="7526874"/>
            <a:ext cx="1819194" cy="1027847"/>
          </a:xfrm>
        </p:spPr>
        <p:txBody>
          <a:bodyPr anchor="t">
            <a:normAutofit/>
          </a:bodyPr>
          <a:lstStyle>
            <a:lvl1pPr marL="0" indent="0">
              <a:buNone/>
              <a:defRPr sz="1157"/>
            </a:lvl1pPr>
            <a:lvl2pPr marL="377830" indent="0">
              <a:buNone/>
              <a:defRPr sz="992"/>
            </a:lvl2pPr>
            <a:lvl3pPr marL="755660" indent="0">
              <a:buNone/>
              <a:defRPr sz="826"/>
            </a:lvl3pPr>
            <a:lvl4pPr marL="1133490" indent="0">
              <a:buNone/>
              <a:defRPr sz="744"/>
            </a:lvl4pPr>
            <a:lvl5pPr marL="1511320" indent="0">
              <a:buNone/>
              <a:defRPr sz="744"/>
            </a:lvl5pPr>
            <a:lvl6pPr marL="1889150" indent="0">
              <a:buNone/>
              <a:defRPr sz="744"/>
            </a:lvl6pPr>
            <a:lvl7pPr marL="2266980" indent="0">
              <a:buNone/>
              <a:defRPr sz="744"/>
            </a:lvl7pPr>
            <a:lvl8pPr marL="2644811" indent="0">
              <a:buNone/>
              <a:defRPr sz="744"/>
            </a:lvl8pPr>
            <a:lvl9pPr marL="3022641" indent="0">
              <a:buNone/>
              <a:defRPr sz="7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416980" y="6628332"/>
            <a:ext cx="1817773" cy="898542"/>
          </a:xfrm>
        </p:spPr>
        <p:txBody>
          <a:bodyPr anchor="b">
            <a:noAutofit/>
          </a:bodyPr>
          <a:lstStyle>
            <a:lvl1pPr marL="0" indent="0">
              <a:buNone/>
              <a:defRPr sz="1983" b="0">
                <a:solidFill>
                  <a:schemeClr val="accent1"/>
                </a:solidFill>
              </a:defRPr>
            </a:lvl1pPr>
            <a:lvl2pPr marL="377830" indent="0">
              <a:buNone/>
              <a:defRPr sz="1653" b="1"/>
            </a:lvl2pPr>
            <a:lvl3pPr marL="755660" indent="0">
              <a:buNone/>
              <a:defRPr sz="1488" b="1"/>
            </a:lvl3pPr>
            <a:lvl4pPr marL="1133490" indent="0">
              <a:buNone/>
              <a:defRPr sz="1322" b="1"/>
            </a:lvl4pPr>
            <a:lvl5pPr marL="1511320" indent="0">
              <a:buNone/>
              <a:defRPr sz="1322" b="1"/>
            </a:lvl5pPr>
            <a:lvl6pPr marL="1889150" indent="0">
              <a:buNone/>
              <a:defRPr sz="1322" b="1"/>
            </a:lvl6pPr>
            <a:lvl7pPr marL="2266980" indent="0">
              <a:buNone/>
              <a:defRPr sz="1322" b="1"/>
            </a:lvl7pPr>
            <a:lvl8pPr marL="2644811" indent="0">
              <a:buNone/>
              <a:defRPr sz="1322" b="1"/>
            </a:lvl8pPr>
            <a:lvl9pPr marL="3022641" indent="0">
              <a:buNone/>
              <a:defRPr sz="132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4416979" y="3445651"/>
            <a:ext cx="1817773" cy="2376311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322"/>
            </a:lvl1pPr>
            <a:lvl2pPr marL="377830" indent="0">
              <a:buNone/>
              <a:defRPr sz="1322"/>
            </a:lvl2pPr>
            <a:lvl3pPr marL="755660" indent="0">
              <a:buNone/>
              <a:defRPr sz="1322"/>
            </a:lvl3pPr>
            <a:lvl4pPr marL="1133490" indent="0">
              <a:buNone/>
              <a:defRPr sz="1322"/>
            </a:lvl4pPr>
            <a:lvl5pPr marL="1511320" indent="0">
              <a:buNone/>
              <a:defRPr sz="1322"/>
            </a:lvl5pPr>
            <a:lvl6pPr marL="1889150" indent="0">
              <a:buNone/>
              <a:defRPr sz="1322"/>
            </a:lvl6pPr>
            <a:lvl7pPr marL="2266980" indent="0">
              <a:buNone/>
              <a:defRPr sz="1322"/>
            </a:lvl7pPr>
            <a:lvl8pPr marL="2644811" indent="0">
              <a:buNone/>
              <a:defRPr sz="1322"/>
            </a:lvl8pPr>
            <a:lvl9pPr marL="3022641" indent="0">
              <a:buNone/>
              <a:defRPr sz="1322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4416904" y="7526871"/>
            <a:ext cx="1820180" cy="1027847"/>
          </a:xfrm>
        </p:spPr>
        <p:txBody>
          <a:bodyPr anchor="t">
            <a:normAutofit/>
          </a:bodyPr>
          <a:lstStyle>
            <a:lvl1pPr marL="0" indent="0">
              <a:buNone/>
              <a:defRPr sz="1157"/>
            </a:lvl1pPr>
            <a:lvl2pPr marL="377830" indent="0">
              <a:buNone/>
              <a:defRPr sz="992"/>
            </a:lvl2pPr>
            <a:lvl3pPr marL="755660" indent="0">
              <a:buNone/>
              <a:defRPr sz="826"/>
            </a:lvl3pPr>
            <a:lvl4pPr marL="1133490" indent="0">
              <a:buNone/>
              <a:defRPr sz="744"/>
            </a:lvl4pPr>
            <a:lvl5pPr marL="1511320" indent="0">
              <a:buNone/>
              <a:defRPr sz="744"/>
            </a:lvl5pPr>
            <a:lvl6pPr marL="1889150" indent="0">
              <a:buNone/>
              <a:defRPr sz="744"/>
            </a:lvl6pPr>
            <a:lvl7pPr marL="2266980" indent="0">
              <a:buNone/>
              <a:defRPr sz="744"/>
            </a:lvl7pPr>
            <a:lvl8pPr marL="2644811" indent="0">
              <a:buNone/>
              <a:defRPr sz="744"/>
            </a:lvl8pPr>
            <a:lvl9pPr marL="3022641" indent="0">
              <a:buNone/>
              <a:defRPr sz="7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310033" y="3326836"/>
            <a:ext cx="0" cy="617840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4316254" y="3326836"/>
            <a:ext cx="0" cy="6185397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69504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82146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148223" y="670816"/>
            <a:ext cx="1086530" cy="9084439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04497" y="1205627"/>
            <a:ext cx="4602004" cy="854962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83672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5205781" y="2613942"/>
            <a:ext cx="2329921" cy="4396176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4702014" y="-712894"/>
            <a:ext cx="1322388" cy="2495127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14000"/>
                </a:schemeClr>
              </a:gs>
              <a:gs pos="73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5205781" y="9505245"/>
            <a:ext cx="818621" cy="1544602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14000"/>
                </a:schemeClr>
              </a:gs>
              <a:gs pos="66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27254" y="4158544"/>
            <a:ext cx="3463396" cy="6534856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11000"/>
                </a:schemeClr>
              </a:gs>
              <a:gs pos="75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693992" y="4514991"/>
            <a:ext cx="1952096" cy="3683282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8000"/>
                </a:schemeClr>
              </a:gs>
              <a:gs pos="72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6400914" y="0"/>
            <a:ext cx="566738" cy="17143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00559" y="705905"/>
            <a:ext cx="5830488" cy="218378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002" y="3201043"/>
            <a:ext cx="5546436" cy="65418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5830786" y="2935318"/>
            <a:ext cx="1544601" cy="188961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909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3736795" y="5172231"/>
            <a:ext cx="6018421" cy="18896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9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18093" y="461130"/>
            <a:ext cx="519644" cy="119702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315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358227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  <p:sldLayoutId id="2147483701" r:id="rId17"/>
  </p:sldLayoutIdLst>
  <p:txStyles>
    <p:titleStyle>
      <a:lvl1pPr algn="l" defTabSz="377830" rtl="0" eaLnBrk="1" latinLnBrk="0" hangingPunct="1">
        <a:spcBef>
          <a:spcPct val="0"/>
        </a:spcBef>
        <a:buNone/>
        <a:defRPr sz="3471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3373" indent="-283373" algn="l" defTabSz="377830" rtl="0" eaLnBrk="1" latinLnBrk="0" hangingPunct="1">
        <a:spcBef>
          <a:spcPts val="826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53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613974" indent="-236144" algn="l" defTabSz="377830" rtl="0" eaLnBrk="1" latinLnBrk="0" hangingPunct="1">
        <a:spcBef>
          <a:spcPts val="826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88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944575" indent="-188915" algn="l" defTabSz="377830" rtl="0" eaLnBrk="1" latinLnBrk="0" hangingPunct="1">
        <a:spcBef>
          <a:spcPts val="826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22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322405" indent="-188915" algn="l" defTabSz="377830" rtl="0" eaLnBrk="1" latinLnBrk="0" hangingPunct="1">
        <a:spcBef>
          <a:spcPts val="826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157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1700235" indent="-188915" algn="l" defTabSz="377830" rtl="0" eaLnBrk="1" latinLnBrk="0" hangingPunct="1">
        <a:spcBef>
          <a:spcPts val="826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157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078065" indent="-188915" algn="l" defTabSz="377830" rtl="0" eaLnBrk="1" latinLnBrk="0" hangingPunct="1">
        <a:spcBef>
          <a:spcPts val="826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157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455896" indent="-188915" algn="l" defTabSz="377830" rtl="0" eaLnBrk="1" latinLnBrk="0" hangingPunct="1">
        <a:spcBef>
          <a:spcPts val="826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157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2833726" indent="-188915" algn="l" defTabSz="377830" rtl="0" eaLnBrk="1" latinLnBrk="0" hangingPunct="1">
        <a:spcBef>
          <a:spcPts val="826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157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211556" indent="-188915" algn="l" defTabSz="377830" rtl="0" eaLnBrk="1" latinLnBrk="0" hangingPunct="1">
        <a:spcBef>
          <a:spcPts val="826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157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377830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77830" algn="l" defTabSz="377830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55660" algn="l" defTabSz="377830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3pPr>
      <a:lvl4pPr marL="1133490" algn="l" defTabSz="377830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511320" algn="l" defTabSz="377830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1889150" algn="l" defTabSz="377830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266980" algn="l" defTabSz="377830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644811" algn="l" defTabSz="377830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022641" algn="l" defTabSz="377830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8149" y="6841750"/>
            <a:ext cx="2156212" cy="282096"/>
          </a:xfrm>
          <a:prstGeom prst="rect">
            <a:avLst/>
          </a:prstGeom>
        </p:spPr>
        <p:txBody>
          <a:bodyPr vert="horz" wrap="square" lIns="0" tIns="5048" rIns="0" bIns="0" rtlCol="0">
            <a:spAutoFit/>
          </a:bodyPr>
          <a:lstStyle/>
          <a:p>
            <a:pPr marL="5048">
              <a:spcBef>
                <a:spcPts val="40"/>
              </a:spcBef>
            </a:pPr>
            <a:r>
              <a:rPr dirty="0">
                <a:latin typeface="Arial Black"/>
                <a:cs typeface="Arial Black"/>
              </a:rPr>
              <a:t>Submitted</a:t>
            </a:r>
            <a:r>
              <a:rPr spc="-28" dirty="0">
                <a:latin typeface="Arial Black"/>
                <a:cs typeface="Arial Black"/>
              </a:rPr>
              <a:t> </a:t>
            </a:r>
            <a:r>
              <a:rPr spc="-10" dirty="0">
                <a:latin typeface="Arial Black"/>
                <a:cs typeface="Arial Black"/>
              </a:rPr>
              <a:t>to:</a:t>
            </a:r>
            <a:endParaRPr dirty="0">
              <a:latin typeface="Arial Black"/>
              <a:cs typeface="Arial Black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28149" y="7327900"/>
            <a:ext cx="2156212" cy="282096"/>
          </a:xfrm>
          <a:prstGeom prst="rect">
            <a:avLst/>
          </a:prstGeom>
        </p:spPr>
        <p:txBody>
          <a:bodyPr vert="horz" wrap="square" lIns="0" tIns="5048" rIns="0" bIns="0" rtlCol="0">
            <a:spAutoFit/>
          </a:bodyPr>
          <a:lstStyle/>
          <a:p>
            <a:pPr marL="5048">
              <a:spcBef>
                <a:spcPts val="40"/>
              </a:spcBef>
            </a:pPr>
            <a:r>
              <a:rPr lang="en-IN" b="1" dirty="0">
                <a:solidFill>
                  <a:srgbClr val="001F5F"/>
                </a:solidFill>
                <a:latin typeface="Arial"/>
                <a:cs typeface="Arial"/>
              </a:rPr>
              <a:t>Vidushi Srivastava</a:t>
            </a:r>
            <a:endParaRPr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81086" y="5066199"/>
            <a:ext cx="3439272" cy="632373"/>
          </a:xfrm>
          <a:prstGeom prst="rect">
            <a:avLst/>
          </a:prstGeom>
        </p:spPr>
        <p:txBody>
          <a:bodyPr vert="horz" wrap="square" lIns="0" tIns="57297" rIns="0" bIns="0" rtlCol="0">
            <a:spAutoFit/>
          </a:bodyPr>
          <a:lstStyle/>
          <a:p>
            <a:pPr marL="53256">
              <a:spcBef>
                <a:spcPts val="451"/>
              </a:spcBef>
            </a:pPr>
            <a:r>
              <a:rPr lang="en-IN" sz="2000" b="1" dirty="0">
                <a:solidFill>
                  <a:srgbClr val="C45811"/>
                </a:solidFill>
                <a:latin typeface="Arial"/>
                <a:cs typeface="Arial"/>
              </a:rPr>
              <a:t>    Assignment:-12</a:t>
            </a:r>
            <a:endParaRPr sz="2000" dirty="0">
              <a:latin typeface="Arial"/>
              <a:cs typeface="Arial"/>
            </a:endParaRPr>
          </a:p>
          <a:p>
            <a:pPr marL="5048">
              <a:spcBef>
                <a:spcPts val="375"/>
              </a:spcBef>
            </a:pPr>
            <a:r>
              <a:rPr lang="en-IN" sz="900" b="1" dirty="0">
                <a:solidFill>
                  <a:srgbClr val="1F4E79"/>
                </a:solidFill>
                <a:uFill>
                  <a:solidFill>
                    <a:srgbClr val="1F4E79"/>
                  </a:solidFill>
                </a:uFill>
                <a:latin typeface="Arial"/>
                <a:cs typeface="Arial"/>
              </a:rPr>
              <a:t>  </a:t>
            </a:r>
            <a:r>
              <a:rPr lang="en-IN" sz="1400" b="1" spc="-4" dirty="0">
                <a:cs typeface="Carlito"/>
              </a:rPr>
              <a:t> </a:t>
            </a:r>
            <a:r>
              <a:rPr lang="en-IN" sz="1400" b="1" u="sng" spc="-4" dirty="0">
                <a:solidFill>
                  <a:srgbClr val="1F4E79"/>
                </a:solidFill>
                <a:uFill>
                  <a:solidFill>
                    <a:srgbClr val="1F4E79"/>
                  </a:solidFill>
                </a:uFill>
                <a:cs typeface="Arial"/>
              </a:rPr>
              <a:t>Java Enterprise Edition  Lab - 12</a:t>
            </a:r>
            <a:endParaRPr sz="1400" dirty="0">
              <a:cs typeface="Carli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114692" y="6945424"/>
            <a:ext cx="2335850" cy="282096"/>
          </a:xfrm>
          <a:prstGeom prst="rect">
            <a:avLst/>
          </a:prstGeom>
        </p:spPr>
        <p:txBody>
          <a:bodyPr vert="horz" wrap="square" lIns="0" tIns="5048" rIns="0" bIns="0" rtlCol="0">
            <a:spAutoFit/>
          </a:bodyPr>
          <a:lstStyle/>
          <a:p>
            <a:pPr marL="5048">
              <a:spcBef>
                <a:spcPts val="40"/>
              </a:spcBef>
            </a:pPr>
            <a:r>
              <a:rPr dirty="0">
                <a:latin typeface="Arial Black"/>
                <a:cs typeface="Arial Black"/>
              </a:rPr>
              <a:t>Submitted</a:t>
            </a:r>
            <a:r>
              <a:rPr spc="-28" dirty="0">
                <a:latin typeface="Arial Black"/>
                <a:cs typeface="Arial Black"/>
              </a:rPr>
              <a:t> </a:t>
            </a:r>
            <a:r>
              <a:rPr spc="-10" dirty="0">
                <a:latin typeface="Arial Black"/>
                <a:cs typeface="Arial Black"/>
              </a:rPr>
              <a:t>by:</a:t>
            </a:r>
            <a:endParaRPr dirty="0">
              <a:latin typeface="Arial Black"/>
              <a:cs typeface="Arial Black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100722" y="7417784"/>
            <a:ext cx="2458227" cy="282096"/>
          </a:xfrm>
          <a:prstGeom prst="rect">
            <a:avLst/>
          </a:prstGeom>
        </p:spPr>
        <p:txBody>
          <a:bodyPr vert="horz" wrap="square" lIns="0" tIns="5048" rIns="0" bIns="0" rtlCol="0">
            <a:spAutoFit/>
          </a:bodyPr>
          <a:lstStyle/>
          <a:p>
            <a:pPr marL="5048">
              <a:spcBef>
                <a:spcPts val="40"/>
              </a:spcBef>
            </a:pPr>
            <a:r>
              <a:rPr lang="en-US" b="1" dirty="0">
                <a:solidFill>
                  <a:srgbClr val="001F5F"/>
                </a:solidFill>
                <a:latin typeface="Arial"/>
                <a:cs typeface="Arial"/>
              </a:rPr>
              <a:t>M</a:t>
            </a:r>
            <a:r>
              <a:rPr lang="en-IN" b="1" dirty="0" err="1">
                <a:solidFill>
                  <a:srgbClr val="001F5F"/>
                </a:solidFill>
                <a:latin typeface="Arial"/>
                <a:cs typeface="Arial"/>
              </a:rPr>
              <a:t>ukesh</a:t>
            </a:r>
            <a:r>
              <a:rPr lang="en-IN" b="1" dirty="0">
                <a:solidFill>
                  <a:srgbClr val="001F5F"/>
                </a:solidFill>
                <a:latin typeface="Arial"/>
                <a:cs typeface="Arial"/>
              </a:rPr>
              <a:t> Prajapati</a:t>
            </a:r>
            <a:endParaRPr dirty="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00722" y="7993819"/>
            <a:ext cx="2825456" cy="664252"/>
          </a:xfrm>
          <a:prstGeom prst="rect">
            <a:avLst/>
          </a:prstGeom>
        </p:spPr>
        <p:txBody>
          <a:bodyPr vert="horz" wrap="square" lIns="0" tIns="5048" rIns="0" bIns="0" rtlCol="0">
            <a:spAutoFit/>
          </a:bodyPr>
          <a:lstStyle/>
          <a:p>
            <a:pPr marL="5048">
              <a:spcBef>
                <a:spcPts val="40"/>
              </a:spcBef>
            </a:pPr>
            <a:r>
              <a:rPr sz="1400" b="1" dirty="0">
                <a:solidFill>
                  <a:srgbClr val="001F5F"/>
                </a:solidFill>
                <a:latin typeface="Arial"/>
                <a:cs typeface="Arial"/>
              </a:rPr>
              <a:t>Btech</a:t>
            </a:r>
            <a:r>
              <a:rPr sz="1400" b="1" spc="71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400" b="1" spc="-4" dirty="0">
                <a:solidFill>
                  <a:srgbClr val="001F5F"/>
                </a:solidFill>
                <a:latin typeface="Arial"/>
                <a:cs typeface="Arial"/>
              </a:rPr>
              <a:t>(</a:t>
            </a:r>
            <a:r>
              <a:rPr sz="1400" b="1" spc="-4" dirty="0" err="1">
                <a:solidFill>
                  <a:srgbClr val="001F5F"/>
                </a:solidFill>
                <a:latin typeface="Arial"/>
                <a:cs typeface="Arial"/>
              </a:rPr>
              <a:t>Cse</a:t>
            </a:r>
            <a:r>
              <a:rPr lang="en-IN" sz="1400" b="1" spc="-4" dirty="0">
                <a:solidFill>
                  <a:srgbClr val="001F5F"/>
                </a:solidFill>
                <a:latin typeface="Arial"/>
                <a:cs typeface="Arial"/>
              </a:rPr>
              <a:t>  Industry integrated</a:t>
            </a:r>
            <a:r>
              <a:rPr sz="1400" b="1" spc="-4" dirty="0">
                <a:solidFill>
                  <a:srgbClr val="001F5F"/>
                </a:solidFill>
                <a:latin typeface="Arial"/>
                <a:cs typeface="Arial"/>
              </a:rPr>
              <a:t>)</a:t>
            </a:r>
            <a:endParaRPr sz="1400" b="1" dirty="0">
              <a:latin typeface="Arial"/>
              <a:cs typeface="Arial"/>
            </a:endParaRPr>
          </a:p>
          <a:p>
            <a:pPr>
              <a:spcBef>
                <a:spcPts val="86"/>
              </a:spcBef>
            </a:pPr>
            <a:endParaRPr sz="1400" b="1" dirty="0">
              <a:latin typeface="Arial"/>
              <a:cs typeface="Arial"/>
            </a:endParaRPr>
          </a:p>
          <a:p>
            <a:pPr marL="5048"/>
            <a:r>
              <a:rPr sz="1400" b="1" dirty="0">
                <a:solidFill>
                  <a:srgbClr val="001F5F"/>
                </a:solidFill>
                <a:latin typeface="Arial"/>
                <a:cs typeface="Arial"/>
              </a:rPr>
              <a:t>Roll</a:t>
            </a:r>
            <a:r>
              <a:rPr sz="1400" b="1" spc="94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001F5F"/>
                </a:solidFill>
                <a:latin typeface="Arial"/>
                <a:cs typeface="Arial"/>
              </a:rPr>
              <a:t>No</a:t>
            </a:r>
            <a:r>
              <a:rPr sz="1400" b="1" spc="99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400" b="1" spc="-113" dirty="0">
                <a:solidFill>
                  <a:srgbClr val="001F5F"/>
                </a:solidFill>
                <a:latin typeface="Arial"/>
                <a:cs typeface="Arial"/>
              </a:rPr>
              <a:t>–</a:t>
            </a:r>
            <a:r>
              <a:rPr sz="1400" b="1" spc="9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400" b="1" spc="-4" dirty="0">
                <a:solidFill>
                  <a:srgbClr val="001F5F"/>
                </a:solidFill>
                <a:latin typeface="Arial"/>
                <a:cs typeface="Arial"/>
              </a:rPr>
              <a:t>202410101230</a:t>
            </a:r>
            <a:r>
              <a:rPr lang="en-IN" sz="1400" b="1" spc="-4" dirty="0">
                <a:solidFill>
                  <a:srgbClr val="001F5F"/>
                </a:solidFill>
                <a:latin typeface="Arial"/>
                <a:cs typeface="Arial"/>
              </a:rPr>
              <a:t>007</a:t>
            </a:r>
            <a:endParaRPr sz="1400" b="1" dirty="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501650" y="2770952"/>
            <a:ext cx="6900449" cy="386612"/>
          </a:xfrm>
          <a:prstGeom prst="rect">
            <a:avLst/>
          </a:prstGeom>
        </p:spPr>
        <p:txBody>
          <a:bodyPr vert="horz" wrap="square" lIns="0" tIns="5048" rIns="0" bIns="0" rtlCol="0" anchor="ctr">
            <a:spAutoFit/>
          </a:bodyPr>
          <a:lstStyle/>
          <a:p>
            <a:pPr marL="5048">
              <a:spcBef>
                <a:spcPts val="40"/>
              </a:spcBef>
            </a:pPr>
            <a:r>
              <a:rPr sz="2479" b="1" spc="-74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SHREE</a:t>
            </a:r>
            <a:r>
              <a:rPr sz="2479" b="1" spc="12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sz="2479" b="1" spc="-95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RAMSWAROOP</a:t>
            </a:r>
            <a:r>
              <a:rPr sz="2479" b="1" spc="10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sz="2479" b="1" spc="-117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MEMORIAL</a:t>
            </a:r>
            <a:r>
              <a:rPr sz="2479" b="1" spc="12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sz="2479" b="1" spc="-7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UNIVERSITY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093307B-AF8A-69AB-5775-B72EB91AD6B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3508" y="3676003"/>
            <a:ext cx="1425154" cy="1140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3567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894080"/>
            <a:ext cx="4582160" cy="4794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latin typeface="Calibri"/>
                <a:cs typeface="Calibri"/>
              </a:rPr>
              <a:t>1.</a:t>
            </a:r>
            <a:r>
              <a:rPr sz="1100" b="1" spc="-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JNDI</a:t>
            </a:r>
            <a:r>
              <a:rPr sz="1100" b="1" spc="-20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Configuration</a:t>
            </a:r>
            <a:r>
              <a:rPr sz="1100" b="1" spc="-1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for</a:t>
            </a:r>
            <a:r>
              <a:rPr sz="1100" b="1" spc="-2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Email</a:t>
            </a:r>
            <a:r>
              <a:rPr sz="1100" b="1" spc="-5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Server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30"/>
              </a:spcBef>
            </a:pPr>
            <a:r>
              <a:rPr sz="1100" spc="-35" dirty="0">
                <a:latin typeface="Calibri"/>
                <a:cs typeface="Calibri"/>
              </a:rPr>
              <a:t>To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send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email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notifications,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configure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JNDI</a:t>
            </a:r>
            <a:r>
              <a:rPr sz="1100" b="1" spc="-1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resource</a:t>
            </a:r>
            <a:r>
              <a:rPr sz="1100" b="1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in</a:t>
            </a:r>
            <a:r>
              <a:rPr sz="1100" spc="-20" dirty="0">
                <a:latin typeface="Calibri"/>
                <a:cs typeface="Calibri"/>
              </a:rPr>
              <a:t> Tomcat’s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spc="-20" dirty="0">
                <a:latin typeface="Calibri"/>
                <a:cs typeface="Calibri"/>
              </a:rPr>
              <a:t>server.xml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file: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1771268"/>
            <a:ext cx="4648200" cy="22288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894080"/>
            <a:ext cx="5646420" cy="663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latin typeface="Calibri"/>
                <a:cs typeface="Calibri"/>
              </a:rPr>
              <a:t>2.</a:t>
            </a:r>
            <a:r>
              <a:rPr sz="1100" b="1" spc="-20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NotificationTriggerServlet</a:t>
            </a:r>
            <a:endParaRPr sz="1100">
              <a:latin typeface="Calibri"/>
              <a:cs typeface="Calibri"/>
            </a:endParaRPr>
          </a:p>
          <a:p>
            <a:pPr marL="12700" marR="5080">
              <a:lnSpc>
                <a:spcPct val="110000"/>
              </a:lnSpc>
              <a:spcBef>
                <a:spcPts val="795"/>
              </a:spcBef>
            </a:pPr>
            <a:r>
              <a:rPr sz="1100" dirty="0">
                <a:latin typeface="Calibri"/>
                <a:cs typeface="Calibri"/>
              </a:rPr>
              <a:t>This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servlet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triggers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notifications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when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task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event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(e.g.,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new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assignment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or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deadline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approaching) occurs.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1955291"/>
            <a:ext cx="5553075" cy="728992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894080"/>
            <a:ext cx="4644390" cy="4794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latin typeface="Calibri"/>
                <a:cs typeface="Calibri"/>
              </a:rPr>
              <a:t>3.</a:t>
            </a:r>
            <a:r>
              <a:rPr sz="1100" b="1" spc="-30" dirty="0">
                <a:latin typeface="Calibri"/>
                <a:cs typeface="Calibri"/>
              </a:rPr>
              <a:t> </a:t>
            </a:r>
            <a:r>
              <a:rPr sz="1100" b="1" spc="-20" dirty="0">
                <a:latin typeface="Calibri"/>
                <a:cs typeface="Calibri"/>
              </a:rPr>
              <a:t>Task</a:t>
            </a:r>
            <a:r>
              <a:rPr sz="1100" b="1" spc="-4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Entity</a:t>
            </a:r>
            <a:r>
              <a:rPr sz="1100" b="1" spc="-25" dirty="0">
                <a:latin typeface="Calibri"/>
                <a:cs typeface="Calibri"/>
              </a:rPr>
              <a:t> </a:t>
            </a:r>
            <a:r>
              <a:rPr sz="1100" b="1" spc="-20" dirty="0">
                <a:latin typeface="Calibri"/>
                <a:cs typeface="Calibri"/>
              </a:rPr>
              <a:t>(JPA)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30"/>
              </a:spcBef>
            </a:pPr>
            <a:r>
              <a:rPr sz="1100" dirty="0">
                <a:latin typeface="Calibri"/>
                <a:cs typeface="Calibri"/>
              </a:rPr>
              <a:t>Ensure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Task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entity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has</a:t>
            </a:r>
            <a:r>
              <a:rPr sz="1100" spc="-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fields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for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deadline,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isNewlyAssigned,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assignedUser.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2004" y="6096380"/>
            <a:ext cx="4446905" cy="4787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b="1" dirty="0">
                <a:latin typeface="Calibri"/>
                <a:cs typeface="Calibri"/>
              </a:rPr>
              <a:t>4.</a:t>
            </a:r>
            <a:r>
              <a:rPr sz="1100" b="1" spc="-2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Example</a:t>
            </a:r>
            <a:r>
              <a:rPr sz="1100" b="1" spc="-2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JSP</a:t>
            </a:r>
            <a:r>
              <a:rPr sz="1100" b="1" spc="-15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(Notification</a:t>
            </a:r>
            <a:r>
              <a:rPr sz="1100" b="1" spc="-15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Trigger</a:t>
            </a:r>
            <a:r>
              <a:rPr sz="1100" b="1" spc="-15" dirty="0">
                <a:latin typeface="Calibri"/>
                <a:cs typeface="Calibri"/>
              </a:rPr>
              <a:t> </a:t>
            </a:r>
            <a:r>
              <a:rPr sz="1100" b="1" spc="-25" dirty="0">
                <a:latin typeface="Calibri"/>
                <a:cs typeface="Calibri"/>
              </a:rPr>
              <a:t>UI)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19"/>
              </a:spcBef>
            </a:pPr>
            <a:r>
              <a:rPr sz="1100" dirty="0">
                <a:latin typeface="Calibri"/>
                <a:cs typeface="Calibri"/>
              </a:rPr>
              <a:t>For</a:t>
            </a:r>
            <a:r>
              <a:rPr sz="1100" spc="-10" dirty="0">
                <a:latin typeface="Calibri"/>
                <a:cs typeface="Calibri"/>
              </a:rPr>
              <a:t> demonstration,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create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simple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JSP form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to manually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trigger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notification.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1771268"/>
            <a:ext cx="5067300" cy="36576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4400" y="6972312"/>
            <a:ext cx="5381625" cy="112381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894080"/>
            <a:ext cx="4492625" cy="1520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10" dirty="0">
                <a:latin typeface="Calibri"/>
                <a:cs typeface="Calibri"/>
              </a:rPr>
              <a:t>Execution</a:t>
            </a:r>
            <a:r>
              <a:rPr sz="1100" b="1" spc="10" dirty="0">
                <a:latin typeface="Calibri"/>
                <a:cs typeface="Calibri"/>
              </a:rPr>
              <a:t> </a:t>
            </a:r>
            <a:r>
              <a:rPr sz="1100" b="1" spc="-20" dirty="0">
                <a:latin typeface="Calibri"/>
                <a:cs typeface="Calibri"/>
              </a:rPr>
              <a:t>Flow</a:t>
            </a:r>
            <a:endParaRPr sz="1100">
              <a:latin typeface="Calibri"/>
              <a:cs typeface="Calibri"/>
            </a:endParaRPr>
          </a:p>
          <a:p>
            <a:pPr marL="469265" indent="-227965">
              <a:lnSpc>
                <a:spcPct val="100000"/>
              </a:lnSpc>
              <a:spcBef>
                <a:spcPts val="930"/>
              </a:spcBef>
              <a:buAutoNum type="arabicPeriod"/>
              <a:tabLst>
                <a:tab pos="469265" algn="l"/>
              </a:tabLst>
            </a:pPr>
            <a:r>
              <a:rPr sz="1100" dirty="0">
                <a:latin typeface="Calibri"/>
                <a:cs typeface="Calibri"/>
              </a:rPr>
              <a:t>User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enters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b="1" spc="-20" dirty="0">
                <a:latin typeface="Calibri"/>
                <a:cs typeface="Calibri"/>
              </a:rPr>
              <a:t>Task</a:t>
            </a:r>
            <a:r>
              <a:rPr sz="1100" b="1" spc="-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ID </a:t>
            </a:r>
            <a:r>
              <a:rPr sz="1100" dirty="0">
                <a:latin typeface="Calibri"/>
                <a:cs typeface="Calibri"/>
              </a:rPr>
              <a:t>in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JSP </a:t>
            </a:r>
            <a:r>
              <a:rPr sz="1100" spc="-20" dirty="0">
                <a:latin typeface="Calibri"/>
                <a:cs typeface="Calibri"/>
              </a:rPr>
              <a:t>form.</a:t>
            </a:r>
            <a:endParaRPr sz="1100">
              <a:latin typeface="Calibri"/>
              <a:cs typeface="Calibri"/>
            </a:endParaRPr>
          </a:p>
          <a:p>
            <a:pPr marL="469265" indent="-227965">
              <a:lnSpc>
                <a:spcPct val="100000"/>
              </a:lnSpc>
              <a:spcBef>
                <a:spcPts val="935"/>
              </a:spcBef>
              <a:buAutoNum type="arabicPeriod"/>
              <a:tabLst>
                <a:tab pos="469265" algn="l"/>
              </a:tabLst>
            </a:pPr>
            <a:r>
              <a:rPr sz="1100" dirty="0">
                <a:latin typeface="Calibri"/>
                <a:cs typeface="Calibri"/>
              </a:rPr>
              <a:t>The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form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submits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to </a:t>
            </a:r>
            <a:r>
              <a:rPr sz="1100" spc="-10" dirty="0">
                <a:latin typeface="Calibri"/>
                <a:cs typeface="Calibri"/>
              </a:rPr>
              <a:t>NotificationTriggerServlet.</a:t>
            </a:r>
            <a:endParaRPr sz="1100">
              <a:latin typeface="Calibri"/>
              <a:cs typeface="Calibri"/>
            </a:endParaRPr>
          </a:p>
          <a:p>
            <a:pPr marL="469265" indent="-227965">
              <a:lnSpc>
                <a:spcPct val="100000"/>
              </a:lnSpc>
              <a:spcBef>
                <a:spcPts val="925"/>
              </a:spcBef>
              <a:buAutoNum type="arabicPeriod"/>
              <a:tabLst>
                <a:tab pos="469265" algn="l"/>
              </a:tabLst>
            </a:pPr>
            <a:r>
              <a:rPr sz="1100" dirty="0">
                <a:latin typeface="Calibri"/>
                <a:cs typeface="Calibri"/>
              </a:rPr>
              <a:t>The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servlet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retrieves</a:t>
            </a:r>
            <a:r>
              <a:rPr sz="1100" dirty="0">
                <a:latin typeface="Calibri"/>
                <a:cs typeface="Calibri"/>
              </a:rPr>
              <a:t> the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task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using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b="1" spc="-20" dirty="0">
                <a:latin typeface="Calibri"/>
                <a:cs typeface="Calibri"/>
              </a:rPr>
              <a:t>JPA</a:t>
            </a:r>
            <a:r>
              <a:rPr sz="1100" spc="-20" dirty="0">
                <a:latin typeface="Calibri"/>
                <a:cs typeface="Calibri"/>
              </a:rPr>
              <a:t>.</a:t>
            </a:r>
            <a:endParaRPr sz="1100">
              <a:latin typeface="Calibri"/>
              <a:cs typeface="Calibri"/>
            </a:endParaRPr>
          </a:p>
          <a:p>
            <a:pPr marL="469265" marR="5080" indent="-228600">
              <a:lnSpc>
                <a:spcPct val="109100"/>
              </a:lnSpc>
              <a:spcBef>
                <a:spcPts val="815"/>
              </a:spcBef>
              <a:buAutoNum type="arabicPeriod"/>
              <a:tabLst>
                <a:tab pos="469265" algn="l"/>
              </a:tabLst>
            </a:pPr>
            <a:r>
              <a:rPr sz="1100" dirty="0">
                <a:latin typeface="Calibri"/>
                <a:cs typeface="Calibri"/>
              </a:rPr>
              <a:t>If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notification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condition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is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met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(new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assignment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or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nearing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deadline), </a:t>
            </a:r>
            <a:r>
              <a:rPr sz="1100" dirty="0">
                <a:latin typeface="Calibri"/>
                <a:cs typeface="Calibri"/>
              </a:rPr>
              <a:t>an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email</a:t>
            </a:r>
            <a:r>
              <a:rPr sz="1100" b="1" spc="-1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is</a:t>
            </a:r>
            <a:r>
              <a:rPr sz="1100" b="1" spc="-1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sent</a:t>
            </a:r>
            <a:r>
              <a:rPr sz="1100" b="1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via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 </a:t>
            </a:r>
            <a:r>
              <a:rPr sz="1100" b="1" spc="-10" dirty="0">
                <a:latin typeface="Calibri"/>
                <a:cs typeface="Calibri"/>
              </a:rPr>
              <a:t>JNDI-configured </a:t>
            </a:r>
            <a:r>
              <a:rPr sz="1100" b="1" dirty="0">
                <a:latin typeface="Calibri"/>
                <a:cs typeface="Calibri"/>
              </a:rPr>
              <a:t>mail</a:t>
            </a:r>
            <a:r>
              <a:rPr sz="1100" b="1" spc="-15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session</a:t>
            </a:r>
            <a:r>
              <a:rPr sz="1100" spc="-10" dirty="0">
                <a:latin typeface="Calibri"/>
                <a:cs typeface="Calibri"/>
              </a:rPr>
              <a:t>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2004" y="3078225"/>
            <a:ext cx="1612900" cy="4794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latin typeface="Calibri"/>
                <a:cs typeface="Calibri"/>
              </a:rPr>
              <a:t>Expected</a:t>
            </a:r>
            <a:r>
              <a:rPr sz="1100" b="1" spc="-4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Output</a:t>
            </a:r>
            <a:r>
              <a:rPr sz="1100" b="1" spc="-35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(Example)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30"/>
              </a:spcBef>
            </a:pPr>
            <a:r>
              <a:rPr sz="1100" b="1" dirty="0">
                <a:latin typeface="Calibri"/>
                <a:cs typeface="Calibri"/>
              </a:rPr>
              <a:t>Email</a:t>
            </a:r>
            <a:r>
              <a:rPr sz="1100" b="1" spc="-25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Notification</a:t>
            </a:r>
            <a:r>
              <a:rPr sz="1100" b="1" spc="-15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Content: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2004" y="4966842"/>
            <a:ext cx="2324735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latin typeface="Calibri"/>
                <a:cs typeface="Calibri"/>
              </a:rPr>
              <a:t>Browser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Output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(triggerNotification.jsp):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3954805"/>
            <a:ext cx="5731509" cy="63052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4400" y="5271642"/>
            <a:ext cx="3600450" cy="752475"/>
          </a:xfrm>
          <a:prstGeom prst="rect">
            <a:avLst/>
          </a:prstGeom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tint val="100000"/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BACC050B-8757-4460-95D8-E37B46A6B42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</TotalTime>
  <Words>192</Words>
  <Application>Microsoft Office PowerPoint</Application>
  <PresentationFormat>Custom</PresentationFormat>
  <Paragraphs>26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Arial</vt:lpstr>
      <vt:lpstr>Arial Black</vt:lpstr>
      <vt:lpstr>Calibri</vt:lpstr>
      <vt:lpstr>Carlito</vt:lpstr>
      <vt:lpstr>Century Gothic</vt:lpstr>
      <vt:lpstr>Wingdings 3</vt:lpstr>
      <vt:lpstr>Ion</vt:lpstr>
      <vt:lpstr>SHREE RAMSWAROOP MEMORIAL UNIVERSITY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guptashrijaya@gmail.com</dc:creator>
  <cp:lastModifiedBy>acer</cp:lastModifiedBy>
  <cp:revision>1</cp:revision>
  <dcterms:created xsi:type="dcterms:W3CDTF">2025-10-31T20:30:23Z</dcterms:created>
  <dcterms:modified xsi:type="dcterms:W3CDTF">2025-11-03T19:15:47Z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2025-10-23T00:00:00Z</vt:filetime>
  </property>
  <property fmtid="{D5CDD505-2E9C-101B-9397-08002B2CF9AE}" pid="3" name="Creator">
    <vt:lpwstr>Microsoft® Word 2021</vt:lpwstr>
  </property>
  <property fmtid="{D5CDD505-2E9C-101B-9397-08002B2CF9AE}" pid="4" name="LastSaved">
    <vt:filetime>2025-10-31T00:00:00Z</vt:filetime>
  </property>
  <property fmtid="{D5CDD505-2E9C-101B-9397-08002B2CF9AE}" pid="5" name="Producer">
    <vt:lpwstr>3-Heights(TM) PDF Security Shell 4.8.25.2 (http://www.pdf-tools.com)</vt:lpwstr>
  </property>
</Properties>
</file>
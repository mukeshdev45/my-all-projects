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944" y="2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6018" y="2257498"/>
            <a:ext cx="5471494" cy="5191680"/>
          </a:xfrm>
        </p:spPr>
        <p:txBody>
          <a:bodyPr anchor="b"/>
          <a:lstStyle>
            <a:lvl1pPr>
              <a:defRPr sz="5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6018" y="7449174"/>
            <a:ext cx="5471494" cy="1343177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7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5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4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2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74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331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4462186"/>
            <a:ext cx="5471494" cy="2986990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all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370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002" y="3212973"/>
            <a:ext cx="2725524" cy="6542282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521" y="3205983"/>
            <a:ext cx="2725526" cy="6549271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330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2970389"/>
            <a:ext cx="272552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00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05522" y="2970389"/>
            <a:ext cx="2725524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0552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143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90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435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7" y="2257495"/>
            <a:ext cx="2108500" cy="2257496"/>
          </a:xfrm>
        </p:spPr>
        <p:txBody>
          <a:bodyPr anchor="b"/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6238" y="2257496"/>
            <a:ext cx="3221275" cy="7128933"/>
          </a:xfrm>
        </p:spPr>
        <p:txBody>
          <a:bodyPr anchor="ctr">
            <a:normAutofit/>
          </a:bodyPr>
          <a:lstStyle>
            <a:lvl1pPr>
              <a:defRPr sz="1653"/>
            </a:lvl1pPr>
            <a:lvl2pPr>
              <a:defRPr sz="1488"/>
            </a:lvl2pPr>
            <a:lvl3pPr>
              <a:defRPr sz="1322"/>
            </a:lvl3pPr>
            <a:lvl4pPr>
              <a:defRPr sz="1157"/>
            </a:lvl4pPr>
            <a:lvl5pPr>
              <a:defRPr sz="1157"/>
            </a:lvl5pPr>
            <a:lvl6pPr>
              <a:defRPr sz="1157"/>
            </a:lvl6pPr>
            <a:lvl7pPr>
              <a:defRPr sz="1157"/>
            </a:lvl7pPr>
            <a:lvl8pPr>
              <a:defRPr sz="1157"/>
            </a:lvl8pPr>
            <a:lvl9pPr>
              <a:defRPr sz="11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4879361"/>
            <a:ext cx="2108500" cy="4514990"/>
          </a:xfrm>
        </p:spPr>
        <p:txBody>
          <a:bodyPr/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043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368" y="2891166"/>
            <a:ext cx="3157363" cy="2455534"/>
          </a:xfrm>
        </p:spPr>
        <p:txBody>
          <a:bodyPr anchor="b">
            <a:normAutofit/>
          </a:bodyPr>
          <a:lstStyle>
            <a:lvl1pPr algn="l">
              <a:defRPr sz="297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08393" y="1782234"/>
            <a:ext cx="1984098" cy="71289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5703147"/>
            <a:ext cx="3152449" cy="2138680"/>
          </a:xfrm>
        </p:spPr>
        <p:txBody>
          <a:bodyPr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615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7485360"/>
            <a:ext cx="5471494" cy="883691"/>
          </a:xfrm>
        </p:spPr>
        <p:txBody>
          <a:bodyPr anchor="b">
            <a:normAutofit/>
          </a:bodyPr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6018" y="1069340"/>
            <a:ext cx="5471494" cy="56767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9" y="8369051"/>
            <a:ext cx="5471493" cy="769825"/>
          </a:xfrm>
        </p:spPr>
        <p:txBody>
          <a:bodyPr>
            <a:normAutofit/>
          </a:bodyPr>
          <a:lstStyle>
            <a:lvl1pPr marL="0" indent="0">
              <a:buNone/>
              <a:defRPr sz="99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507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2257496"/>
            <a:ext cx="5471494" cy="3089204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5703147"/>
            <a:ext cx="5471494" cy="368328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679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304" y="2257496"/>
            <a:ext cx="4959200" cy="3613816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02008" y="5871311"/>
            <a:ext cx="4503713" cy="533538"/>
          </a:xfrm>
        </p:spPr>
        <p:txBody>
          <a:bodyPr anchor="t">
            <a:normAutofit/>
          </a:bodyPr>
          <a:lstStyle>
            <a:lvl1pPr marL="0" indent="0">
              <a:buNone/>
              <a:defRPr lang="en-US" sz="1157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6783802"/>
            <a:ext cx="5471494" cy="261394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556901" y="1514435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4467" y="4075572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8709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4871439"/>
            <a:ext cx="5471495" cy="2577736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none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881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98" y="3089204"/>
            <a:ext cx="1826919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04497" y="4158544"/>
            <a:ext cx="1814819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7688" y="3089204"/>
            <a:ext cx="1820331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401144" y="4158544"/>
            <a:ext cx="1826874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3089204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16980" y="4158544"/>
            <a:ext cx="1817773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523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7" y="6628332"/>
            <a:ext cx="182269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04497" y="3445651"/>
            <a:ext cx="182269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04497" y="7526876"/>
            <a:ext cx="1822693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11231" y="6628332"/>
            <a:ext cx="1816788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411230" y="3445651"/>
            <a:ext cx="1816788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10391" y="7526874"/>
            <a:ext cx="1819194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6628332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416979" y="3445651"/>
            <a:ext cx="181777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16904" y="7526871"/>
            <a:ext cx="1820180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839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557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48223" y="670816"/>
            <a:ext cx="1086530" cy="908443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497" y="1205627"/>
            <a:ext cx="4602004" cy="854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842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5205781" y="2613942"/>
            <a:ext cx="2329921" cy="439617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4702014" y="-712894"/>
            <a:ext cx="1322388" cy="249512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5205781" y="9505245"/>
            <a:ext cx="818621" cy="154460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27254" y="4158544"/>
            <a:ext cx="3463396" cy="653485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693992" y="4514991"/>
            <a:ext cx="1952096" cy="368328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6400914" y="0"/>
            <a:ext cx="566738" cy="1714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559" y="705905"/>
            <a:ext cx="5830488" cy="2183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3201043"/>
            <a:ext cx="5546436" cy="654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5830786" y="2935318"/>
            <a:ext cx="1544601" cy="18896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3736795" y="5172231"/>
            <a:ext cx="6018421" cy="188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18093" y="461130"/>
            <a:ext cx="519644" cy="11970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15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6854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377830" rtl="0" eaLnBrk="1" latinLnBrk="0" hangingPunct="1">
        <a:spcBef>
          <a:spcPct val="0"/>
        </a:spcBef>
        <a:buNone/>
        <a:defRPr sz="3471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373" indent="-283373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53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613974" indent="-236144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8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94457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32240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70023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07806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45589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83372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21155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6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49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2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5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698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1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4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xmlns.jcp.org/xml/ns/persistence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149" y="684175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to: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8149" y="732790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Vidushi Srivastava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1086" y="5066199"/>
            <a:ext cx="3439272" cy="632373"/>
          </a:xfrm>
          <a:prstGeom prst="rect">
            <a:avLst/>
          </a:prstGeom>
        </p:spPr>
        <p:txBody>
          <a:bodyPr vert="horz" wrap="square" lIns="0" tIns="57297" rIns="0" bIns="0" rtlCol="0">
            <a:spAutoFit/>
          </a:bodyPr>
          <a:lstStyle/>
          <a:p>
            <a:pPr marL="53256">
              <a:spcBef>
                <a:spcPts val="451"/>
              </a:spcBef>
            </a:pPr>
            <a:r>
              <a:rPr lang="en-IN" sz="2000" b="1" dirty="0">
                <a:solidFill>
                  <a:srgbClr val="C45811"/>
                </a:solidFill>
                <a:latin typeface="Arial"/>
                <a:cs typeface="Arial"/>
              </a:rPr>
              <a:t>    Assignment:-8</a:t>
            </a:r>
            <a:endParaRPr sz="2000" dirty="0">
              <a:latin typeface="Arial"/>
              <a:cs typeface="Arial"/>
            </a:endParaRPr>
          </a:p>
          <a:p>
            <a:pPr marL="5048">
              <a:spcBef>
                <a:spcPts val="375"/>
              </a:spcBef>
            </a:pPr>
            <a:r>
              <a:rPr lang="en-IN" sz="900" b="1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"/>
                <a:cs typeface="Arial"/>
              </a:rPr>
              <a:t>  </a:t>
            </a:r>
            <a:r>
              <a:rPr lang="en-IN" sz="1400" b="1" spc="-4" dirty="0">
                <a:cs typeface="Carlito"/>
              </a:rPr>
              <a:t> </a:t>
            </a:r>
            <a:r>
              <a:rPr lang="en-IN" sz="1400" b="1" u="sng" spc="-4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Java Enterprise Edition  Lab - 08</a:t>
            </a:r>
            <a:endParaRPr sz="1400" dirty="0"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692" y="6945424"/>
            <a:ext cx="2335850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by: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0722" y="7417784"/>
            <a:ext cx="2458227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</a:t>
            </a:r>
            <a:r>
              <a:rPr lang="en-IN" b="1" dirty="0" err="1">
                <a:solidFill>
                  <a:srgbClr val="001F5F"/>
                </a:solidFill>
                <a:latin typeface="Arial"/>
                <a:cs typeface="Arial"/>
              </a:rPr>
              <a:t>ukesh</a:t>
            </a: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 Prajapati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722" y="7993819"/>
            <a:ext cx="2825456" cy="664252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Btech</a:t>
            </a:r>
            <a:r>
              <a:rPr sz="1400" b="1" spc="7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(</a:t>
            </a:r>
            <a:r>
              <a:rPr sz="1400" b="1" spc="-4" dirty="0" err="1">
                <a:solidFill>
                  <a:srgbClr val="001F5F"/>
                </a:solidFill>
                <a:latin typeface="Arial"/>
                <a:cs typeface="Arial"/>
              </a:rPr>
              <a:t>Cse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  Industry integrated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1400" b="1" dirty="0">
              <a:latin typeface="Arial"/>
              <a:cs typeface="Arial"/>
            </a:endParaRPr>
          </a:p>
          <a:p>
            <a:pPr>
              <a:spcBef>
                <a:spcPts val="86"/>
              </a:spcBef>
            </a:pPr>
            <a:endParaRPr sz="1400" b="1" dirty="0">
              <a:latin typeface="Arial"/>
              <a:cs typeface="Arial"/>
            </a:endParaRPr>
          </a:p>
          <a:p>
            <a:pPr marL="5048"/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Roll</a:t>
            </a:r>
            <a:r>
              <a:rPr sz="1400" b="1" spc="9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No</a:t>
            </a:r>
            <a:r>
              <a:rPr sz="1400" b="1" spc="99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3" dirty="0">
                <a:solidFill>
                  <a:srgbClr val="001F5F"/>
                </a:solidFill>
                <a:latin typeface="Arial"/>
                <a:cs typeface="Arial"/>
              </a:rPr>
              <a:t>–</a:t>
            </a:r>
            <a:r>
              <a:rPr sz="1400" b="1" spc="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202410101230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007</a:t>
            </a:r>
            <a:endParaRPr sz="1400" b="1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1650" y="2770952"/>
            <a:ext cx="6900449" cy="386612"/>
          </a:xfrm>
          <a:prstGeom prst="rect">
            <a:avLst/>
          </a:prstGeom>
        </p:spPr>
        <p:txBody>
          <a:bodyPr vert="horz" wrap="square" lIns="0" tIns="5048" rIns="0" bIns="0" rtlCol="0" anchor="ctr">
            <a:spAutoFit/>
          </a:bodyPr>
          <a:lstStyle/>
          <a:p>
            <a:pPr marL="5048">
              <a:spcBef>
                <a:spcPts val="40"/>
              </a:spcBef>
            </a:pPr>
            <a:r>
              <a:rPr sz="2479" b="1" spc="-74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SHREE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95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RAMSWAROOP</a:t>
            </a:r>
            <a:r>
              <a:rPr sz="2479" b="1" spc="1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117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MEMORIAL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7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3307B-AF8A-69AB-5775-B72EB91AD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08" y="3676003"/>
            <a:ext cx="1425154" cy="114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20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747773"/>
            <a:ext cx="2594610" cy="64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1.</a:t>
            </a:r>
            <a:r>
              <a:rPr sz="18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Configure</a:t>
            </a:r>
            <a:r>
              <a:rPr sz="18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JPA</a:t>
            </a:r>
            <a:r>
              <a:rPr sz="18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Entity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400" b="1" dirty="0">
                <a:latin typeface="Calibri"/>
                <a:cs typeface="Calibri"/>
              </a:rPr>
              <a:t>File: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com/example/model/Task.java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510027"/>
            <a:ext cx="5731509" cy="36358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76273"/>
            <a:ext cx="5716905" cy="571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2.</a:t>
            </a:r>
            <a:r>
              <a:rPr sz="18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JPA</a:t>
            </a:r>
            <a:r>
              <a:rPr sz="18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Configuration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400" b="1" dirty="0">
                <a:latin typeface="Calibri"/>
                <a:cs typeface="Calibri"/>
              </a:rPr>
              <a:t>File:</a:t>
            </a:r>
            <a:r>
              <a:rPr sz="1400" b="1" spc="17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src/main/resources/META-</a:t>
            </a:r>
            <a:r>
              <a:rPr sz="1400" spc="-10" dirty="0">
                <a:latin typeface="Calibri"/>
                <a:cs typeface="Calibri"/>
              </a:rPr>
              <a:t>INF/persistence.xml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i="1" dirty="0">
                <a:latin typeface="Calibri"/>
                <a:cs typeface="Calibri"/>
              </a:rPr>
              <a:t>&lt;persistence</a:t>
            </a:r>
            <a:r>
              <a:rPr sz="1400" i="1" spc="195" dirty="0">
                <a:latin typeface="Calibri"/>
                <a:cs typeface="Calibri"/>
              </a:rPr>
              <a:t> </a:t>
            </a:r>
            <a:r>
              <a:rPr sz="1400" i="1" spc="-20" dirty="0">
                <a:latin typeface="Calibri"/>
                <a:cs typeface="Calibri"/>
              </a:rPr>
              <a:t>xmlns="</a:t>
            </a:r>
            <a:r>
              <a:rPr sz="1400" i="1" spc="-20" dirty="0">
                <a:latin typeface="Calibri"/>
                <a:cs typeface="Calibri"/>
                <a:hlinkClick r:id="rId2"/>
              </a:rPr>
              <a:t>http://xmlns.jcp.org/xml/ns/persistence"</a:t>
            </a:r>
            <a:r>
              <a:rPr sz="1400" i="1" spc="17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version="2.2"&gt;</a:t>
            </a:r>
            <a:endParaRPr sz="1400">
              <a:latin typeface="Calibri"/>
              <a:cs typeface="Calibri"/>
            </a:endParaRPr>
          </a:p>
          <a:p>
            <a:pPr marL="163195">
              <a:lnSpc>
                <a:spcPct val="100000"/>
              </a:lnSpc>
              <a:spcBef>
                <a:spcPts val="975"/>
              </a:spcBef>
            </a:pPr>
            <a:r>
              <a:rPr sz="1400" i="1" spc="-10" dirty="0">
                <a:latin typeface="Calibri"/>
                <a:cs typeface="Calibri"/>
              </a:rPr>
              <a:t>&lt;persistence-</a:t>
            </a:r>
            <a:r>
              <a:rPr sz="1400" i="1" dirty="0">
                <a:latin typeface="Calibri"/>
                <a:cs typeface="Calibri"/>
              </a:rPr>
              <a:t>unit</a:t>
            </a:r>
            <a:r>
              <a:rPr sz="1400" i="1" spc="8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name="taskManagementPU"&gt;</a:t>
            </a:r>
            <a:endParaRPr sz="1400">
              <a:latin typeface="Calibri"/>
              <a:cs typeface="Calibri"/>
            </a:endParaRPr>
          </a:p>
          <a:p>
            <a:pPr marL="314325">
              <a:lnSpc>
                <a:spcPct val="100000"/>
              </a:lnSpc>
              <a:spcBef>
                <a:spcPts val="960"/>
              </a:spcBef>
            </a:pPr>
            <a:r>
              <a:rPr sz="1400" i="1" spc="-10" dirty="0">
                <a:latin typeface="Calibri"/>
                <a:cs typeface="Calibri"/>
              </a:rPr>
              <a:t>&lt;class&gt;com.example.model.Task&lt;/class&gt;</a:t>
            </a:r>
            <a:endParaRPr sz="1400">
              <a:latin typeface="Calibri"/>
              <a:cs typeface="Calibri"/>
            </a:endParaRPr>
          </a:p>
          <a:p>
            <a:pPr marL="314325">
              <a:lnSpc>
                <a:spcPct val="100000"/>
              </a:lnSpc>
              <a:spcBef>
                <a:spcPts val="960"/>
              </a:spcBef>
            </a:pPr>
            <a:r>
              <a:rPr sz="1400" i="1" spc="-10" dirty="0">
                <a:latin typeface="Calibri"/>
                <a:cs typeface="Calibri"/>
              </a:rPr>
              <a:t>&lt;properties&gt;</a:t>
            </a:r>
            <a:endParaRPr sz="1400">
              <a:latin typeface="Calibri"/>
              <a:cs typeface="Calibri"/>
            </a:endParaRPr>
          </a:p>
          <a:p>
            <a:pPr marL="12700" marR="2005330" indent="450850">
              <a:lnSpc>
                <a:spcPct val="109300"/>
              </a:lnSpc>
              <a:spcBef>
                <a:spcPts val="830"/>
              </a:spcBef>
            </a:pPr>
            <a:r>
              <a:rPr sz="1400" i="1" dirty="0">
                <a:latin typeface="Calibri"/>
                <a:cs typeface="Calibri"/>
              </a:rPr>
              <a:t>&lt;property</a:t>
            </a:r>
            <a:r>
              <a:rPr sz="1400" i="1" spc="10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name="javax.persistence.jdbc.url" value="jdbc:mysql://localhost:3306/taskdb"/&gt;</a:t>
            </a:r>
            <a:endParaRPr sz="1400">
              <a:latin typeface="Calibri"/>
              <a:cs typeface="Calibri"/>
            </a:endParaRPr>
          </a:p>
          <a:p>
            <a:pPr marL="463550">
              <a:lnSpc>
                <a:spcPct val="100000"/>
              </a:lnSpc>
              <a:spcBef>
                <a:spcPts val="960"/>
              </a:spcBef>
            </a:pPr>
            <a:r>
              <a:rPr sz="1400" i="1" dirty="0">
                <a:latin typeface="Calibri"/>
                <a:cs typeface="Calibri"/>
              </a:rPr>
              <a:t>&lt;property</a:t>
            </a:r>
            <a:r>
              <a:rPr sz="1400" i="1" spc="1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name="javax.persistence.jdbc.user"</a:t>
            </a:r>
            <a:r>
              <a:rPr sz="1400" i="1" spc="2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value="username"/&gt;</a:t>
            </a:r>
            <a:endParaRPr sz="1400">
              <a:latin typeface="Calibri"/>
              <a:cs typeface="Calibri"/>
            </a:endParaRPr>
          </a:p>
          <a:p>
            <a:pPr marL="463550">
              <a:lnSpc>
                <a:spcPct val="100000"/>
              </a:lnSpc>
              <a:spcBef>
                <a:spcPts val="960"/>
              </a:spcBef>
            </a:pPr>
            <a:r>
              <a:rPr sz="1400" i="1" dirty="0">
                <a:latin typeface="Calibri"/>
                <a:cs typeface="Calibri"/>
              </a:rPr>
              <a:t>&lt;property</a:t>
            </a:r>
            <a:r>
              <a:rPr sz="1400" i="1" spc="18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name="javax.persistence.jdbc.password"</a:t>
            </a:r>
            <a:r>
              <a:rPr sz="1400" i="1" spc="19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value="password"/&gt;</a:t>
            </a:r>
            <a:endParaRPr sz="1400">
              <a:latin typeface="Calibri"/>
              <a:cs typeface="Calibri"/>
            </a:endParaRPr>
          </a:p>
          <a:p>
            <a:pPr marL="12700" marR="1771650" indent="450850">
              <a:lnSpc>
                <a:spcPct val="108600"/>
              </a:lnSpc>
              <a:spcBef>
                <a:spcPts val="840"/>
              </a:spcBef>
            </a:pPr>
            <a:r>
              <a:rPr sz="1400" i="1" dirty="0">
                <a:latin typeface="Calibri"/>
                <a:cs typeface="Calibri"/>
              </a:rPr>
              <a:t>&lt;property</a:t>
            </a:r>
            <a:r>
              <a:rPr sz="1400" i="1" spc="10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name="javax.persistence.jdbc.driver" value="com.mysql.cj.jdbc.Driver"/&gt;</a:t>
            </a:r>
            <a:endParaRPr sz="1400">
              <a:latin typeface="Calibri"/>
              <a:cs typeface="Calibri"/>
            </a:endParaRPr>
          </a:p>
          <a:p>
            <a:pPr marL="12700" marR="2400300" indent="450850">
              <a:lnSpc>
                <a:spcPct val="108600"/>
              </a:lnSpc>
              <a:spcBef>
                <a:spcPts val="840"/>
              </a:spcBef>
            </a:pPr>
            <a:r>
              <a:rPr sz="1400" i="1" dirty="0">
                <a:latin typeface="Calibri"/>
                <a:cs typeface="Calibri"/>
              </a:rPr>
              <a:t>&lt;property</a:t>
            </a:r>
            <a:r>
              <a:rPr sz="1400" i="1" spc="10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name="hibernate.dialect" value="org.hibernate.dialect.MySQLDialect"/&gt;</a:t>
            </a:r>
            <a:endParaRPr sz="1400">
              <a:latin typeface="Calibri"/>
              <a:cs typeface="Calibri"/>
            </a:endParaRPr>
          </a:p>
          <a:p>
            <a:pPr marL="314325">
              <a:lnSpc>
                <a:spcPct val="100000"/>
              </a:lnSpc>
              <a:spcBef>
                <a:spcPts val="969"/>
              </a:spcBef>
            </a:pPr>
            <a:r>
              <a:rPr sz="1400" i="1" spc="-10" dirty="0">
                <a:latin typeface="Calibri"/>
                <a:cs typeface="Calibri"/>
              </a:rPr>
              <a:t>&lt;/properties&gt;</a:t>
            </a:r>
            <a:endParaRPr sz="1400">
              <a:latin typeface="Calibri"/>
              <a:cs typeface="Calibri"/>
            </a:endParaRPr>
          </a:p>
          <a:p>
            <a:pPr marL="163195">
              <a:lnSpc>
                <a:spcPct val="100000"/>
              </a:lnSpc>
              <a:spcBef>
                <a:spcPts val="960"/>
              </a:spcBef>
            </a:pPr>
            <a:r>
              <a:rPr sz="1400" i="1" spc="-20" dirty="0">
                <a:latin typeface="Calibri"/>
                <a:cs typeface="Calibri"/>
              </a:rPr>
              <a:t>&lt;/persistence-unit&gt;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400" i="1" spc="-10" dirty="0">
                <a:latin typeface="Calibri"/>
                <a:cs typeface="Calibri"/>
              </a:rPr>
              <a:t>&lt;/persistence&gt;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63269"/>
            <a:ext cx="266001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3.</a:t>
            </a:r>
            <a:r>
              <a:rPr sz="1800" u="sng" spc="-5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Create</a:t>
            </a:r>
            <a:r>
              <a:rPr sz="1800" u="sng" spc="-6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JPA</a:t>
            </a:r>
            <a:r>
              <a:rPr sz="1800" u="sng" spc="-5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DAO</a:t>
            </a:r>
            <a:r>
              <a:rPr sz="1800" u="sng" spc="-4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Class</a:t>
            </a: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dirty="0">
                <a:latin typeface="Calibri"/>
                <a:cs typeface="Calibri"/>
              </a:rPr>
              <a:t>File: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com/example/dao/Task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720595"/>
            <a:ext cx="5731509" cy="47477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63269"/>
            <a:ext cx="3150235" cy="8305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4.</a:t>
            </a:r>
            <a:r>
              <a:rPr sz="1800" u="sng" spc="-3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JSP</a:t>
            </a:r>
            <a:r>
              <a:rPr sz="1800" u="sng" spc="-3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Page</a:t>
            </a:r>
            <a:r>
              <a:rPr sz="1800" u="sng" spc="-3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–</a:t>
            </a:r>
            <a:r>
              <a:rPr sz="1800" u="sng" spc="-3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Task</a:t>
            </a:r>
            <a:r>
              <a:rPr sz="1800" u="sng" spc="-3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List</a:t>
            </a: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dirty="0">
                <a:latin typeface="Calibri Light"/>
                <a:cs typeface="Calibri Light"/>
              </a:rPr>
              <a:t>File:</a:t>
            </a:r>
            <a:r>
              <a:rPr sz="1800" spc="-20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src/main/webapp/taskList.jsp</a:t>
            </a:r>
            <a:endParaRPr sz="18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122931"/>
            <a:ext cx="4658106" cy="70393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64081"/>
            <a:ext cx="4232275" cy="833119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5.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Servlet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–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TaskListServlet</a:t>
            </a:r>
            <a:endParaRPr sz="18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800" dirty="0">
                <a:latin typeface="Calibri Light"/>
                <a:cs typeface="Calibri Light"/>
              </a:rPr>
              <a:t>File:</a:t>
            </a:r>
            <a:r>
              <a:rPr sz="1800" spc="-20" dirty="0">
                <a:latin typeface="Calibri Light"/>
                <a:cs typeface="Calibri Light"/>
              </a:rPr>
              <a:t> </a:t>
            </a:r>
            <a:r>
              <a:rPr sz="1800" spc="-10" dirty="0">
                <a:latin typeface="Calibri Light"/>
                <a:cs typeface="Calibri Light"/>
              </a:rPr>
              <a:t>com/example/servlet/TaskListServlet.java</a:t>
            </a:r>
            <a:endParaRPr sz="18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122931"/>
            <a:ext cx="4782058" cy="60011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293621"/>
            <a:ext cx="284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6.</a:t>
            </a:r>
            <a:r>
              <a:rPr sz="1800" u="sng" spc="-4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Output</a:t>
            </a:r>
            <a:r>
              <a:rPr sz="1800" u="sng" spc="-4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Preview</a:t>
            </a:r>
            <a:r>
              <a:rPr sz="1800" u="sng" spc="-3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(Simulation</a:t>
            </a:r>
            <a:r>
              <a:rPr sz="1800" spc="-10" dirty="0">
                <a:latin typeface="Calibri Light"/>
                <a:cs typeface="Calibri Light"/>
              </a:rPr>
              <a:t>)</a:t>
            </a:r>
            <a:endParaRPr sz="18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720595"/>
            <a:ext cx="3724275" cy="197091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277</Words>
  <Application>Microsoft Office PowerPoint</Application>
  <PresentationFormat>Custom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Carlito</vt:lpstr>
      <vt:lpstr>Century Gothic</vt:lpstr>
      <vt:lpstr>Wingdings 3</vt:lpstr>
      <vt:lpstr>Ion</vt:lpstr>
      <vt:lpstr>SHREE RAMSWAROOP MEMORIAL UNIVERSITY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guptashrijaya@gmail.com</dc:creator>
  <cp:lastModifiedBy>acer</cp:lastModifiedBy>
  <cp:revision>1</cp:revision>
  <dcterms:created xsi:type="dcterms:W3CDTF">2025-10-31T20:18:55Z</dcterms:created>
  <dcterms:modified xsi:type="dcterms:W3CDTF">2025-11-03T18:53:17Z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2025-10-31T00:00:00Z</vt:filetime>
  </property>
  <property fmtid="{D5CDD505-2E9C-101B-9397-08002B2CF9AE}" pid="5" name="Producer">
    <vt:lpwstr>3-Heights(TM) PDF Security Shell 4.8.25.2 (http://www.pdf-tools.com)</vt:lpwstr>
  </property>
</Properties>
</file>
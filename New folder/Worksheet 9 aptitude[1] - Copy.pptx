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6000"/>
            <a:ext cx="7560005" cy="10080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0B8CBF-17C7-AF7E-9138-E2C4660FF3B0}"/>
              </a:ext>
            </a:extLst>
          </p:cNvPr>
          <p:cNvSpPr txBox="1"/>
          <p:nvPr/>
        </p:nvSpPr>
        <p:spPr>
          <a:xfrm>
            <a:off x="3802228" y="3746500"/>
            <a:ext cx="3100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Mukesh Prajapati</a:t>
            </a:r>
          </a:p>
          <a:p>
            <a:r>
              <a:rPr lang="en-US" dirty="0"/>
              <a:t>202410101230007</a:t>
            </a:r>
          </a:p>
          <a:p>
            <a:r>
              <a:rPr lang="en-US" dirty="0" err="1"/>
              <a:t>B.tech</a:t>
            </a:r>
            <a:r>
              <a:rPr lang="en-US" dirty="0"/>
              <a:t>(CS)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6000"/>
            <a:ext cx="7560005" cy="100800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6000"/>
            <a:ext cx="7560005" cy="100800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MUKESH PRAJAPATI</dc:creator>
  <cp:lastModifiedBy>acer</cp:lastModifiedBy>
  <cp:revision>1</cp:revision>
  <dcterms:created xsi:type="dcterms:W3CDTF">2025-11-25T15:37:35Z</dcterms:created>
  <dcterms:modified xsi:type="dcterms:W3CDTF">2025-11-25T15:53:18Z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LastSaved">
    <vt:filetime>2025-11-25T00:00:00Z</vt:filetime>
  </property>
  <property fmtid="{D5CDD505-2E9C-101B-9397-08002B2CF9AE}" pid="4" name="Producer">
    <vt:lpwstr>3-Heights(TM) PDF Security Shell 4.8.25.2 (http://www.pdf-tools.com)</vt:lpwstr>
  </property>
</Properties>
</file>
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8" r:id="rId3"/>
    <p:sldId id="257" r:id="rId4"/>
    <p:sldId id="259" r:id="rId5"/>
    <p:sldId id="27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251F-D244-0585-928A-CF6395F65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DC951-BA12-2553-2EAC-66E89CAA3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6330-397E-889B-DB38-35DA73BD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BF6E-B23E-AB84-198E-14937E12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EEDED-ED90-589A-29DF-97C89599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7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44559-BA8D-8B9A-2705-F797424D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359-2DB3-A84F-F3B1-DFDF183AE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7B17-B8FF-0A24-2299-4273EB72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E60A8-7B2B-9EE7-7EBE-CB57D0AB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D714E-79FA-D0E0-F718-F3094C06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28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8936-B7DB-E77E-FECC-82CBE920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E70BC-D7D0-C614-7784-24CED93C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B25E-D1C9-70E8-2E76-FFC9A06F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197E2-DF21-B611-D3A1-302D6083B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12C0C-FB89-6B7D-FF7F-B260AF50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6E61-2184-58D3-A1E6-B21F3F2EB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9B61-31DE-DCBD-28F3-38FF0E18F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8F740-E108-33C0-CCB3-4472D2539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60868-FF8D-5754-A127-E5902A41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D25B5-3031-94B9-E9C4-FB03444CB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8575-989D-A416-A371-607CBF1E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74A8-FD6D-87E1-0021-8D9548CD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D8975-AAF6-CE05-B68F-F62FB55FF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3935-51D6-DEE9-0D55-A1067E528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BAF58-D42B-1349-8414-DB9D68629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6166B-F27D-82D4-F25C-C54A92FF3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4EA34-1C18-917E-2880-8109E091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D2FDC-E75E-974B-F5E6-6AA2E3F7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1B99-78E5-9DBB-A151-CB4A671C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10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78B1-BD6E-DB1E-F137-D3C528BB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058BA-3532-0699-8C27-54E5E9C3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6BAC0-6DE0-C5A7-80E4-02FA70DE2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818A2-66A5-A186-C02C-2F467A9B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4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7E875-1A44-17AC-6C1B-7D09BFE3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361C7-3652-E157-4693-D136A211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0843-1BE9-FAB8-4595-1978E832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1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6BEB-09DE-D5EB-7AB2-09BA9523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4EE20-0A11-BBFE-B005-3390A42D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ECAB-644D-5C28-C730-2BC2E5A94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E9180-4BFB-01D8-A4CE-0093252F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99B0B-3A65-688D-F48C-2D973BD7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3F230-F06B-A196-E2E6-DB8EE61B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4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0502-2A7E-83CD-4017-7B8C4648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9BEEB-BDBC-ACF7-73A9-D103AB702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BEEFD-F10A-E68E-648F-0931197AF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D805F-D46E-D533-E7C1-2471EE2C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9562A-576F-1B2F-3D32-D86281779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D3224-97B9-767B-2162-18F10B94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1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10F3-FAA4-F5DE-5E3B-DB7BCCF6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46E11-D228-5DD3-6214-3A0B6C5A9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E746F-18A0-AE43-5417-9EA9AD4F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3F88D-3A22-5601-2CCC-B1EA5862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4DB03-6C3F-00E1-EFEB-0C742FB5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596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9A165-8F56-E2D6-4C26-3AE061C70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5A390-2680-1BB8-F3BF-D39D99208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D063F-D572-C771-2DBC-B66E1F46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370CB-3F17-5EFD-515D-EF743F454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D4B3-95A3-76A1-281A-F1AE6EEA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1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C19B7-3DFB-9A90-7FF5-30E2EF6D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E810A-352B-2339-3E91-7F0DB7A6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5E9D-103A-3C06-1CC0-008A07C14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236F8-18D8-4027-A33C-E80C862A2221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2B96-E6CB-E4B7-B307-AC7B3B3ED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5B3F8-A064-7CB0-4289-6CB90D517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4AB1B-B670-4A96-B038-6F744BD4A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31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0"/>
            <a:ext cx="9601196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71027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 </a:t>
            </a:r>
            <a:r>
              <a:rPr lang="en-IN" sz="3200" dirty="0"/>
              <a:t> </a:t>
            </a:r>
            <a:r>
              <a:rPr lang="en-IN" sz="3200" dirty="0" err="1">
                <a:solidFill>
                  <a:srgbClr val="0070C0"/>
                </a:solidFill>
              </a:rPr>
              <a:t>Kshitiz</a:t>
            </a:r>
            <a:r>
              <a:rPr lang="en-IN" sz="3200" dirty="0">
                <a:solidFill>
                  <a:srgbClr val="0070C0"/>
                </a:solidFill>
              </a:rPr>
              <a:t> Srivastava</a:t>
            </a:r>
            <a:endParaRPr lang="en-IN" sz="2400" b="1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197" y="3258744"/>
            <a:ext cx="2467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Assignment 1</a:t>
            </a:r>
          </a:p>
        </p:txBody>
      </p:sp>
    </p:spTree>
    <p:extLst>
      <p:ext uri="{BB962C8B-B14F-4D97-AF65-F5344CB8AC3E}">
        <p14:creationId xmlns:p14="http://schemas.microsoft.com/office/powerpoint/2010/main" val="327370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A9A163-94FA-32B7-49C7-CFDC5DCD6244}"/>
              </a:ext>
            </a:extLst>
          </p:cNvPr>
          <p:cNvSpPr txBox="1"/>
          <p:nvPr/>
        </p:nvSpPr>
        <p:spPr>
          <a:xfrm>
            <a:off x="1335024" y="2459736"/>
            <a:ext cx="9262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u="sng" dirty="0">
                <a:solidFill>
                  <a:srgbClr val="0070C0"/>
                </a:solidFill>
              </a:rPr>
              <a:t>Weather Application Project</a:t>
            </a:r>
            <a:endParaRPr lang="en-IN" sz="4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18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F1FF0-C265-4497-51B9-EDAAB26FAFE2}"/>
              </a:ext>
            </a:extLst>
          </p:cNvPr>
          <p:cNvSpPr txBox="1"/>
          <p:nvPr/>
        </p:nvSpPr>
        <p:spPr>
          <a:xfrm>
            <a:off x="4052888" y="0"/>
            <a:ext cx="40290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u="sng" dirty="0">
                <a:solidFill>
                  <a:srgbClr val="0070C0"/>
                </a:solidFill>
              </a:rPr>
              <a:t>Experiment:--1</a:t>
            </a:r>
            <a:endParaRPr lang="en-IN" sz="4400" b="1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7EECBF-71BC-7F6A-FE94-D4F1CEEA1480}"/>
              </a:ext>
            </a:extLst>
          </p:cNvPr>
          <p:cNvSpPr txBox="1"/>
          <p:nvPr/>
        </p:nvSpPr>
        <p:spPr>
          <a:xfrm>
            <a:off x="771525" y="769441"/>
            <a:ext cx="112490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i="1" u="sng" dirty="0"/>
              <a:t>Setting up Project Structure and Files</a:t>
            </a:r>
            <a:endParaRPr lang="en-IN" sz="4000" b="1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CFAED-6DC4-C69D-5A59-7E479586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5" y="2114550"/>
            <a:ext cx="7058025" cy="40439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ED18CD-182B-7B6E-7111-FF7A2DA481FF}"/>
              </a:ext>
            </a:extLst>
          </p:cNvPr>
          <p:cNvSpPr txBox="1"/>
          <p:nvPr/>
        </p:nvSpPr>
        <p:spPr>
          <a:xfrm>
            <a:off x="291465" y="1801368"/>
            <a:ext cx="2994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u="sng" dirty="0">
                <a:solidFill>
                  <a:srgbClr val="0070C0"/>
                </a:solidFill>
              </a:rPr>
              <a:t>HTML Code:-</a:t>
            </a:r>
            <a:endParaRPr lang="en-IN" sz="28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08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2C88D2-06F6-8BB9-13B3-42CEDC7DBE01}"/>
              </a:ext>
            </a:extLst>
          </p:cNvPr>
          <p:cNvSpPr txBox="1"/>
          <p:nvPr/>
        </p:nvSpPr>
        <p:spPr>
          <a:xfrm>
            <a:off x="886968" y="219456"/>
            <a:ext cx="10360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u="sng" dirty="0">
                <a:solidFill>
                  <a:srgbClr val="0070C0"/>
                </a:solidFill>
              </a:rPr>
              <a:t>Output of the given code:--</a:t>
            </a:r>
            <a:endParaRPr lang="en-IN" sz="4000" b="1" i="1" u="sng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B1194-B069-351F-C2AA-B33A397D0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545336"/>
            <a:ext cx="10808208" cy="38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28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E1D3E-8736-C63D-EE3C-411C83872AE7}"/>
              </a:ext>
            </a:extLst>
          </p:cNvPr>
          <p:cNvSpPr txBox="1"/>
          <p:nvPr/>
        </p:nvSpPr>
        <p:spPr>
          <a:xfrm>
            <a:off x="2324100" y="171450"/>
            <a:ext cx="705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u="sng" dirty="0">
                <a:solidFill>
                  <a:srgbClr val="0070C0"/>
                </a:solidFill>
              </a:rPr>
              <a:t>Experiment:--2</a:t>
            </a:r>
            <a:endParaRPr lang="en-IN" sz="3600" i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01CAE-318C-DB24-D49E-D1BD24482753}"/>
              </a:ext>
            </a:extLst>
          </p:cNvPr>
          <p:cNvSpPr txBox="1"/>
          <p:nvPr/>
        </p:nvSpPr>
        <p:spPr>
          <a:xfrm>
            <a:off x="619126" y="854512"/>
            <a:ext cx="10172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u="sng" dirty="0">
                <a:solidFill>
                  <a:srgbClr val="0070C0"/>
                </a:solidFill>
              </a:rPr>
              <a:t>Basic HTML Structure for Weather Application</a:t>
            </a:r>
            <a:endParaRPr lang="en-IN" sz="2800" i="1" u="sng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E8438-CB44-90EE-AC56-93932463F75C}"/>
              </a:ext>
            </a:extLst>
          </p:cNvPr>
          <p:cNvSpPr txBox="1"/>
          <p:nvPr/>
        </p:nvSpPr>
        <p:spPr>
          <a:xfrm>
            <a:off x="428625" y="1597312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>
                <a:solidFill>
                  <a:srgbClr val="0070C0"/>
                </a:solidFill>
              </a:rPr>
              <a:t>HTML Code:</a:t>
            </a:r>
            <a:endParaRPr lang="en-IN" sz="2400" i="1" u="sng" dirty="0">
              <a:solidFill>
                <a:srgbClr val="0070C0"/>
              </a:solidFill>
            </a:endParaRPr>
          </a:p>
        </p:txBody>
      </p:sp>
      <p:pic>
        <p:nvPicPr>
          <p:cNvPr id="6" name="Picture 5" descr="A screen shot of a computer program">
            <a:extLst>
              <a:ext uri="{FF2B5EF4-FFF2-40B4-BE49-F238E27FC236}">
                <a16:creationId xmlns:a16="http://schemas.microsoft.com/office/drawing/2014/main" id="{C4598D4B-6D5F-20C5-91ED-33A790BB6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575" y="1954202"/>
            <a:ext cx="6581775" cy="361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39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DB38F0-0A00-C138-7524-0693A4C47704}"/>
              </a:ext>
            </a:extLst>
          </p:cNvPr>
          <p:cNvSpPr txBox="1"/>
          <p:nvPr/>
        </p:nvSpPr>
        <p:spPr>
          <a:xfrm>
            <a:off x="989814" y="386499"/>
            <a:ext cx="10237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>
                <a:solidFill>
                  <a:srgbClr val="0070C0"/>
                </a:solidFill>
              </a:rPr>
              <a:t>Output of the Above Result:</a:t>
            </a:r>
            <a:endParaRPr lang="en-IN" sz="3200" b="1" i="1" u="sng" dirty="0">
              <a:solidFill>
                <a:srgbClr val="0070C0"/>
              </a:solidFill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8F6E2BA-95C2-E8DC-F7D3-5CE45B8A9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206" y="1432874"/>
            <a:ext cx="7851588" cy="446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3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68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2</cp:revision>
  <dcterms:created xsi:type="dcterms:W3CDTF">2025-02-25T16:23:39Z</dcterms:created>
  <dcterms:modified xsi:type="dcterms:W3CDTF">2025-02-25T17:46:17Z</dcterms:modified>
</cp:coreProperties>
</file>
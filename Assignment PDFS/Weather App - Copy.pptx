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1" r:id="rId2"/>
    <p:sldId id="260" r:id="rId3"/>
    <p:sldId id="261" r:id="rId4"/>
    <p:sldId id="259" r:id="rId5"/>
    <p:sldId id="262" r:id="rId6"/>
    <p:sldId id="272" r:id="rId7"/>
    <p:sldId id="27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59" autoAdjust="0"/>
    <p:restoredTop sz="94175" autoAdjust="0"/>
  </p:normalViewPr>
  <p:slideViewPr>
    <p:cSldViewPr snapToGrid="0">
      <p:cViewPr varScale="1">
        <p:scale>
          <a:sx n="83" d="100"/>
          <a:sy n="83" d="100"/>
        </p:scale>
        <p:origin x="72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3297AF-075B-4607-8DA5-F0039E39A7DD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06ACB-6984-4DE0-8A0E-F88B0E4172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343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06ACB-6984-4DE0-8A0E-F88B0E4172A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396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667FF-C230-2829-AB01-6DDFE7994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5F67B5-9765-4811-420E-E6C80A094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40879-EB1E-8A69-1E41-3286A29F6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C0E10-AB34-4B23-9524-0D3292710C96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0E426-6A21-EA68-B297-515AC87C3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EE10F-9482-5BAE-38C1-C625AE54A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427C-DE4D-4837-8F30-CAC3CE38D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054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D6628-B3EE-B965-71F7-DF48EDBDF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F9E22-029E-287C-D16A-FB8F808E5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1A946-0BF0-FFF0-B6BD-34331AA2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C0E10-AB34-4B23-9524-0D3292710C96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8B5EC-BD5A-068D-21D6-7307B9FA5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D963A-757B-1ADE-B9B1-AF4651A42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427C-DE4D-4837-8F30-CAC3CE38D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326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48FF4-CDFF-9AFD-14CA-6184D2C8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CA7E5-4DD7-2134-C375-DF840B7DF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249D4-FA29-77CB-2E40-6D227ACE9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C0E10-AB34-4B23-9524-0D3292710C96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64FF2-5E84-96A1-7024-30542D469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8FA6C-5BCC-ABDE-55EA-029BB8665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427C-DE4D-4837-8F30-CAC3CE38D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182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A5476-DEBE-D135-2E1B-5CA37E9A3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A7B02-1D86-8994-3BCE-38BF2FA0B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70343-53B0-42F8-9554-0E896C6B6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B7D38-FFA4-D29A-8DD7-DD45D9853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C0E10-AB34-4B23-9524-0D3292710C96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288F04-D241-F5E2-2B6E-1F1283CE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8DAA3A-90B8-9A54-FC61-13BE56240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427C-DE4D-4837-8F30-CAC3CE38D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074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073EA-AB5C-BAAE-1DEA-8DFB9D5D3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CDD6C-B6F7-D778-68BB-01A551C5B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856601-1275-B763-7389-9FEC269A0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74CBE6-2DE3-A75C-427A-EC2B8B85C4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C330C0-C341-49DC-64FE-C01E80769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BA2DB7-2B77-45FE-C2EA-5A948D81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C0E10-AB34-4B23-9524-0D3292710C96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190714-5E30-5A2D-AB58-AEE634786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2E298D-463A-C78F-F19A-7B5E1656D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427C-DE4D-4837-8F30-CAC3CE38D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600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30B32-214E-ADD6-EA06-CB1CB2DE7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EB2BBD-495C-E2A2-F449-ABBA12800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C0E10-AB34-4B23-9524-0D3292710C96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7C5DBD-628E-B278-3633-DB136E61C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18F98-A62C-EBA6-B5FD-5ED1EDDAD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427C-DE4D-4837-8F30-CAC3CE38D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065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DB5534-D851-3F71-D1A8-DF0BEC51A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C0E10-AB34-4B23-9524-0D3292710C96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184008-FAA7-D155-97C3-B64E340FE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FB72F-2D05-FE42-ADAD-7D642475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427C-DE4D-4837-8F30-CAC3CE38D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166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562F6-4838-C448-FBEE-6F4E2281E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A8DB9-48D5-0467-AE41-F5BA12A96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B0313C-CD4A-08C9-CF1A-5FD042FEC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809DAC-290D-834E-1F16-E02AFA306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C0E10-AB34-4B23-9524-0D3292710C96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570E20-D194-D255-4152-1BCC6A3D2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B1710-35AE-26A1-9249-BFAFA7AA2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427C-DE4D-4837-8F30-CAC3CE38D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251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137B-51DE-9402-E22D-B00F77774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65DBB3-C216-6B91-8601-723BB8CD13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B397EF-BCDB-DF6D-57F0-AE0AC2DDF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18DB80-CFFD-6533-76E1-31756FA7B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C0E10-AB34-4B23-9524-0D3292710C96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9FC33-990E-5DA3-AED0-D8F9E621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5EBCC-4CCB-7169-C043-D7594D295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427C-DE4D-4837-8F30-CAC3CE38D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586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22782-EA06-07C6-CB92-11CEAD1E9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4D2AD2-E959-8116-479D-2AA915B4B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51948-1A21-74E1-CA8A-8BEFF2831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C0E10-AB34-4B23-9524-0D3292710C96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93DFC-2C3D-7467-3FB4-249EFAF6D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648B5-9AD6-67B5-E2E9-8BFD778CE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427C-DE4D-4837-8F30-CAC3CE38D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440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724D92-E304-31BC-846F-23FFABA674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908C61-174F-ABAA-C8C2-0EE7A8EAF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16867-D9EF-18E9-EBB9-BE87BD311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C0E10-AB34-4B23-9524-0D3292710C96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8878F-ED02-867D-23E7-E720DBFC3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29615-D9DB-F529-C1F6-9B9B78110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427C-DE4D-4837-8F30-CAC3CE38D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520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766A90-1BB7-31BA-C677-B94413446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97B7B-7FF0-8231-AA36-17C9BD7B5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FBF4E-CE06-FBFB-2F15-42A6DB4D97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DC0E10-AB34-4B23-9524-0D3292710C96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A2839-E491-AE73-0886-24B644DEDF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2C1C9-CDAF-E8EB-8B05-6330E45108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AF427C-DE4D-4837-8F30-CAC3CE38D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4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9869" y="11140"/>
            <a:ext cx="10177020" cy="1303867"/>
          </a:xfrm>
        </p:spPr>
        <p:txBody>
          <a:bodyPr>
            <a:normAutofit/>
          </a:bodyPr>
          <a:lstStyle/>
          <a:p>
            <a:r>
              <a:rPr lang="en-IN" b="1" u="sng" dirty="0">
                <a:solidFill>
                  <a:srgbClr val="002060"/>
                </a:solidFill>
              </a:rPr>
              <a:t>Shree Ramswaroop Memorial University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449" y="1177413"/>
            <a:ext cx="1943100" cy="18288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TextBox 11"/>
          <p:cNvSpPr txBox="1"/>
          <p:nvPr/>
        </p:nvSpPr>
        <p:spPr>
          <a:xfrm>
            <a:off x="442452" y="4958218"/>
            <a:ext cx="6110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Submitted to </a:t>
            </a:r>
            <a:r>
              <a:rPr lang="en-IN" sz="3200" dirty="0">
                <a:solidFill>
                  <a:srgbClr val="002060"/>
                </a:solidFill>
              </a:rPr>
              <a:t>:</a:t>
            </a:r>
            <a:r>
              <a:rPr lang="en-IN" sz="3200" dirty="0"/>
              <a:t> </a:t>
            </a:r>
            <a:r>
              <a:rPr lang="en-IN" sz="2400" b="1" dirty="0" err="1"/>
              <a:t>Kshitiz</a:t>
            </a:r>
            <a:r>
              <a:rPr lang="en-IN" sz="2400" b="1" dirty="0"/>
              <a:t> Srivastav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1238" y="4822191"/>
            <a:ext cx="525227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Submitted By </a:t>
            </a:r>
            <a:r>
              <a:rPr lang="en-IN" sz="2800" dirty="0">
                <a:solidFill>
                  <a:srgbClr val="002060"/>
                </a:solidFill>
              </a:rPr>
              <a:t>:</a:t>
            </a:r>
            <a:r>
              <a:rPr lang="en-IN" dirty="0"/>
              <a:t>   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Mukesh Prajapati</a:t>
            </a:r>
          </a:p>
          <a:p>
            <a:r>
              <a:rPr lang="en-IN" sz="2400" b="1" dirty="0">
                <a:solidFill>
                  <a:srgbClr val="002060"/>
                </a:solidFill>
              </a:rPr>
              <a:t>Branch</a:t>
            </a:r>
            <a:r>
              <a:rPr lang="en-IN" dirty="0"/>
              <a:t>                </a:t>
            </a:r>
            <a:r>
              <a:rPr lang="en-IN" sz="2400" b="1" dirty="0">
                <a:solidFill>
                  <a:srgbClr val="002060"/>
                </a:solidFill>
              </a:rPr>
              <a:t>: </a:t>
            </a:r>
            <a:r>
              <a:rPr lang="en-IN" dirty="0"/>
              <a:t>  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 . tech (cs industry integrated)</a:t>
            </a:r>
          </a:p>
          <a:p>
            <a:r>
              <a:rPr lang="en-IN" sz="2400" b="1" dirty="0">
                <a:solidFill>
                  <a:srgbClr val="002060"/>
                </a:solidFill>
              </a:rPr>
              <a:t>Roll-No  </a:t>
            </a:r>
            <a:r>
              <a:rPr lang="en-IN" dirty="0"/>
              <a:t>            </a:t>
            </a:r>
            <a:r>
              <a:rPr lang="en-IN" sz="2400" b="1">
                <a:solidFill>
                  <a:srgbClr val="002060"/>
                </a:solidFill>
              </a:rPr>
              <a:t>:  </a:t>
            </a:r>
            <a:r>
              <a:rPr lang="en-IN" b="1"/>
              <a:t> 202410101230007</a:t>
            </a:r>
            <a:endParaRPr lang="en-IN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770722" y="3258744"/>
            <a:ext cx="51753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chemeClr val="accent1">
                    <a:lumMod val="75000"/>
                  </a:schemeClr>
                </a:solidFill>
              </a:rPr>
              <a:t>JavaScript Lab Assignment 4</a:t>
            </a:r>
          </a:p>
        </p:txBody>
      </p:sp>
    </p:spTree>
    <p:extLst>
      <p:ext uri="{BB962C8B-B14F-4D97-AF65-F5344CB8AC3E}">
        <p14:creationId xmlns:p14="http://schemas.microsoft.com/office/powerpoint/2010/main" val="1290208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208173-46BF-B927-934E-49E283AF3388}"/>
              </a:ext>
            </a:extLst>
          </p:cNvPr>
          <p:cNvSpPr txBox="1"/>
          <p:nvPr/>
        </p:nvSpPr>
        <p:spPr>
          <a:xfrm>
            <a:off x="3452567" y="2305984"/>
            <a:ext cx="7488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Weather App</a:t>
            </a:r>
            <a:endParaRPr lang="en-IN" sz="6000" b="1" u="sng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631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E4C49D-4371-715F-E93F-3465A2B9C19C}"/>
              </a:ext>
            </a:extLst>
          </p:cNvPr>
          <p:cNvSpPr txBox="1"/>
          <p:nvPr/>
        </p:nvSpPr>
        <p:spPr>
          <a:xfrm>
            <a:off x="3685032" y="-100584"/>
            <a:ext cx="46085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u="sng" dirty="0"/>
              <a:t>EXPERIMENT:--4</a:t>
            </a:r>
            <a:endParaRPr lang="en-IN" sz="4400" b="1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50DA93-2288-F596-10CE-ABA97B907D11}"/>
              </a:ext>
            </a:extLst>
          </p:cNvPr>
          <p:cNvSpPr txBox="1"/>
          <p:nvPr/>
        </p:nvSpPr>
        <p:spPr>
          <a:xfrm>
            <a:off x="169682" y="668857"/>
            <a:ext cx="12157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i="1" u="sng" dirty="0"/>
              <a:t>Create an Input Field For Users to Enter City Name:-</a:t>
            </a:r>
            <a:endParaRPr lang="en-IN" sz="4000" b="1" i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EEFC54-0A75-4FF9-95F5-6716743215E3}"/>
              </a:ext>
            </a:extLst>
          </p:cNvPr>
          <p:cNvSpPr txBox="1"/>
          <p:nvPr/>
        </p:nvSpPr>
        <p:spPr>
          <a:xfrm>
            <a:off x="169682" y="1438298"/>
            <a:ext cx="2542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u="sng" dirty="0">
                <a:solidFill>
                  <a:srgbClr val="0070C0"/>
                </a:solidFill>
              </a:rPr>
              <a:t>HTML Code:--</a:t>
            </a:r>
            <a:endParaRPr lang="en-IN" sz="3200" b="1" i="1" u="sng" dirty="0">
              <a:solidFill>
                <a:srgbClr val="0070C0"/>
              </a:solidFill>
            </a:endParaRPr>
          </a:p>
        </p:txBody>
      </p:sp>
      <p:pic>
        <p:nvPicPr>
          <p:cNvPr id="9" name="Picture 8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F4C99836-371F-6F23-6320-183A07725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217" y="1438298"/>
            <a:ext cx="8120600" cy="525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009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0252F7-441B-8793-D3E9-2B694934581E}"/>
              </a:ext>
            </a:extLst>
          </p:cNvPr>
          <p:cNvSpPr txBox="1"/>
          <p:nvPr/>
        </p:nvSpPr>
        <p:spPr>
          <a:xfrm>
            <a:off x="84842" y="369455"/>
            <a:ext cx="31294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solidFill>
                  <a:srgbClr val="0070C0"/>
                </a:solidFill>
              </a:rPr>
              <a:t>CSS code:--</a:t>
            </a:r>
            <a:endParaRPr lang="en-IN" sz="4000" b="1" u="sng" dirty="0">
              <a:solidFill>
                <a:srgbClr val="0070C0"/>
              </a:solidFill>
            </a:endParaRPr>
          </a:p>
        </p:txBody>
      </p:sp>
      <p:pic>
        <p:nvPicPr>
          <p:cNvPr id="5" name="Picture 4" descr="A screen shot of a computer program">
            <a:extLst>
              <a:ext uri="{FF2B5EF4-FFF2-40B4-BE49-F238E27FC236}">
                <a16:creationId xmlns:a16="http://schemas.microsoft.com/office/drawing/2014/main" id="{B4D89740-6377-B2EA-1386-3E7A5F1B8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6053" y="150725"/>
            <a:ext cx="4865837" cy="604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279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0163B8-74DA-F185-A763-2515574C9540}"/>
              </a:ext>
            </a:extLst>
          </p:cNvPr>
          <p:cNvSpPr txBox="1"/>
          <p:nvPr/>
        </p:nvSpPr>
        <p:spPr>
          <a:xfrm>
            <a:off x="471054" y="314036"/>
            <a:ext cx="48768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solidFill>
                  <a:srgbClr val="0070C0"/>
                </a:solidFill>
              </a:rPr>
              <a:t>JavaScript Code:--</a:t>
            </a:r>
            <a:endParaRPr lang="en-IN" sz="4000" b="1" u="sng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870B82-565B-1703-B218-6A955EBD9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322" y="1839889"/>
            <a:ext cx="7447150" cy="317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904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4F7CAD-5BD2-A6B3-D9CD-EB28641BB490}"/>
              </a:ext>
            </a:extLst>
          </p:cNvPr>
          <p:cNvSpPr txBox="1"/>
          <p:nvPr/>
        </p:nvSpPr>
        <p:spPr>
          <a:xfrm>
            <a:off x="631596" y="282804"/>
            <a:ext cx="1097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0070C0"/>
                </a:solidFill>
              </a:rPr>
              <a:t>Based on the above HTML, CSS and JAVASCRIPT THEN OUTPUT OF THE CODE (RESULTS):--</a:t>
            </a:r>
            <a:endParaRPr lang="en-IN" sz="2000" b="1" u="sng" dirty="0">
              <a:solidFill>
                <a:srgbClr val="0070C0"/>
              </a:solidFill>
            </a:endParaRPr>
          </a:p>
        </p:txBody>
      </p:sp>
      <p:pic>
        <p:nvPicPr>
          <p:cNvPr id="4" name="Picture 3" descr="A white background with black text">
            <a:extLst>
              <a:ext uri="{FF2B5EF4-FFF2-40B4-BE49-F238E27FC236}">
                <a16:creationId xmlns:a16="http://schemas.microsoft.com/office/drawing/2014/main" id="{0512875A-B46F-0BE5-8C6A-49518A30B5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078" y="1085850"/>
            <a:ext cx="10972801" cy="495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904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0AD3A0-202D-B4A5-BEA0-D968A6AE9B11}"/>
              </a:ext>
            </a:extLst>
          </p:cNvPr>
          <p:cNvSpPr txBox="1"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RESULTS ON CONSOLE WINDOW</a:t>
            </a:r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BB90793C-772B-0760-BE04-B81862CD96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532" y="1675227"/>
            <a:ext cx="9710935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183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78</Words>
  <Application>Microsoft Office PowerPoint</Application>
  <PresentationFormat>Widescreen</PresentationFormat>
  <Paragraphs>15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Shree Ramswaroop Memorial University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acer</dc:creator>
  <cp:lastModifiedBy>acer</cp:lastModifiedBy>
  <cp:revision>1</cp:revision>
  <dcterms:created xsi:type="dcterms:W3CDTF">2025-02-24T17:41:58Z</dcterms:created>
  <dcterms:modified xsi:type="dcterms:W3CDTF">2025-02-24T18:59:09Z</dcterms:modified>
</cp:coreProperties>
</file>
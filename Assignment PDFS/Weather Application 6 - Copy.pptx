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2" r:id="rId3"/>
    <p:sldId id="259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86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D4697-8294-B3EA-70CB-5FAE67B99C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9C02FF-532F-C70C-16E0-D19D312A9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2F7D5-2A77-E85E-BD4A-31FDA910B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7264F-FDD1-402E-BAC2-895C0D89D20E}" type="datetimeFigureOut">
              <a:rPr lang="en-IN" smtClean="0"/>
              <a:t>02-03-2025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C429A-A732-97B7-7A25-EC46F778D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16ED4-4F86-9F39-B91B-AA5CCCBB8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5E65-CAC2-41D6-94C2-63710CE1E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071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983AB-EB59-F4CE-7AC1-07317A8C7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98D3B-C04E-6157-B4A9-20A46F496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014B2-C4BC-3ACA-1EFC-112910B3D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7264F-FDD1-402E-BAC2-895C0D89D20E}" type="datetimeFigureOut">
              <a:rPr lang="en-IN" smtClean="0"/>
              <a:t>02-03-2025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23FB9-AB2A-2D98-2EDF-707550CA6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D6121-4DE5-CEFB-2372-EA4495D60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5E65-CAC2-41D6-94C2-63710CE1E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71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3F679-9296-F121-ED71-82900EE9E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A6E82-3062-A075-094E-ED78172FA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F2382-7FA6-662C-1B26-8C4D6B08F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7264F-FDD1-402E-BAC2-895C0D89D20E}" type="datetimeFigureOut">
              <a:rPr lang="en-IN" smtClean="0"/>
              <a:t>02-03-2025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E1F27-4B51-97BC-A2EC-0597B3CCA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8DF59-491D-C602-E1A1-36D278815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5E65-CAC2-41D6-94C2-63710CE1E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516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54CF5-479D-3A01-D87E-CF121AFBD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AAC5F-C9D3-995F-D236-D5DD05E57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DCC58-D0F1-9792-985E-168B30F6B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B72E11-707F-64DE-60B7-04B68E368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7264F-FDD1-402E-BAC2-895C0D89D20E}" type="datetimeFigureOut">
              <a:rPr lang="en-IN" smtClean="0"/>
              <a:t>02-03-2025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2CC0B-5382-2989-1D89-37BEA43BA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562548-B172-7555-B309-124035539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5E65-CAC2-41D6-94C2-63710CE1E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430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2F555-8BE0-CF18-71E7-0DBBB6759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DFEB0B-69EA-3B5E-C642-A728C716C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FCA73C-58B1-42CF-8A68-BA9ADA67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BF232C-4E9B-21D7-7F2A-0EBA704710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3CC75E-399B-9DFE-5D88-8126FC70B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D68B49-703D-716E-CE69-F79BF0266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7264F-FDD1-402E-BAC2-895C0D89D20E}" type="datetimeFigureOut">
              <a:rPr lang="en-IN" smtClean="0"/>
              <a:t>02-03-2025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4CAA87-1680-9716-E493-E42EAC27D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022E86-2D8A-4B2E-D170-7F72BF0C2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5E65-CAC2-41D6-94C2-63710CE1E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802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65571-A7CA-E78E-EF0C-7E621743E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171BD0-A7E0-CAAB-9495-C25AA54B6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7264F-FDD1-402E-BAC2-895C0D89D20E}" type="datetimeFigureOut">
              <a:rPr lang="en-IN" smtClean="0"/>
              <a:t>02-03-2025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F65E96-3CA5-F99F-E989-A7135FAC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31A385-B9B8-CE74-C5A8-31C66E73D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5E65-CAC2-41D6-94C2-63710CE1E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539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ED2CF6-D620-6AD4-9B4E-6683D63EE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7264F-FDD1-402E-BAC2-895C0D89D20E}" type="datetimeFigureOut">
              <a:rPr lang="en-IN" smtClean="0"/>
              <a:t>02-03-2025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FAAA19-CC31-4FFE-BD8A-C5D8C4217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B7F16-1052-4497-96E7-0393FAE64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5E65-CAC2-41D6-94C2-63710CE1E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188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96628-EBC7-2EF3-F536-455B681E9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26F16-7FFB-966D-61BF-5A7FFE303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6866A2-B2D8-3088-C9BF-2018E07BA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E4444-5CA9-8699-7E1C-410AD94C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7264F-FDD1-402E-BAC2-895C0D89D20E}" type="datetimeFigureOut">
              <a:rPr lang="en-IN" smtClean="0"/>
              <a:t>02-03-2025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06C70-3F44-7F2B-B81F-6D90F4F47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96F4F-D749-A8D2-82A8-309690295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5E65-CAC2-41D6-94C2-63710CE1E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920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05135-1008-68FC-9D0E-7EEF18EAC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A28037-8DBE-F6BD-602C-6E9FDF5128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4ADBCB-23CE-71AD-9FD6-091802E26B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A70C2-9E09-1C3A-466D-C4F6F969B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7264F-FDD1-402E-BAC2-895C0D89D20E}" type="datetimeFigureOut">
              <a:rPr lang="en-IN" smtClean="0"/>
              <a:t>02-03-2025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CE7FAD-06F7-C970-22AF-765F8B485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4FCA6-4ECD-2B36-1D52-C141EEB27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5E65-CAC2-41D6-94C2-63710CE1E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560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78E90-FDA6-0000-1792-0EBB351B2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190BDA-8A57-E99C-DDA0-E3F04255E9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50AC8-4B3F-F3B2-E6B7-3C640AD11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7264F-FDD1-402E-BAC2-895C0D89D20E}" type="datetimeFigureOut">
              <a:rPr lang="en-IN" smtClean="0"/>
              <a:t>02-03-2025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0F1DA-F544-14C6-46F6-C9E48162C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456CD-1FC4-FA04-94D4-128919351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5E65-CAC2-41D6-94C2-63710CE1E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240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6C6FBC-3E4C-47FC-1358-547D0868FD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A21F0C-335F-601C-5802-725AAB576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71E3B-588C-2F6C-14DB-35FFD3AF9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7264F-FDD1-402E-BAC2-895C0D89D20E}" type="datetimeFigureOut">
              <a:rPr lang="en-IN" smtClean="0"/>
              <a:t>02-03-2025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24606-7014-726D-0C20-E9340919A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8A8CA-F4F6-215D-3A91-AE40061E6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5E65-CAC2-41D6-94C2-63710CE1E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237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CC9C32-6628-E821-0265-FB32A138D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6831B-57B1-4600-C0E2-CDC96038C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C77E1-798C-3CB2-43D9-23B4EB965A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7264F-FDD1-402E-BAC2-895C0D89D20E}" type="datetimeFigureOut">
              <a:rPr lang="en-IN" smtClean="0"/>
              <a:t>02-03-2025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766A2-B6E2-BC15-3687-C9A490C9A2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5F390-7F3D-833F-B579-749F377719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305E65-CAC2-41D6-94C2-63710CE1E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515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9869" y="11140"/>
            <a:ext cx="10177020" cy="1303867"/>
          </a:xfrm>
        </p:spPr>
        <p:txBody>
          <a:bodyPr>
            <a:normAutofit/>
          </a:bodyPr>
          <a:lstStyle/>
          <a:p>
            <a:r>
              <a:rPr lang="en-IN" b="1" u="sng" dirty="0">
                <a:solidFill>
                  <a:srgbClr val="002060"/>
                </a:solidFill>
              </a:rPr>
              <a:t>Shree Ramswaroop Memorial University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449" y="1177413"/>
            <a:ext cx="1943100" cy="18288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" name="TextBox 11"/>
          <p:cNvSpPr txBox="1"/>
          <p:nvPr/>
        </p:nvSpPr>
        <p:spPr>
          <a:xfrm>
            <a:off x="442452" y="4958218"/>
            <a:ext cx="61107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Submitted to </a:t>
            </a:r>
            <a:r>
              <a:rPr lang="en-IN" sz="3200" dirty="0">
                <a:solidFill>
                  <a:srgbClr val="002060"/>
                </a:solidFill>
              </a:rPr>
              <a:t>:</a:t>
            </a:r>
            <a:r>
              <a:rPr lang="en-IN" sz="3200" dirty="0"/>
              <a:t> </a:t>
            </a:r>
            <a:r>
              <a:rPr lang="en-IN" sz="2400" b="1" dirty="0" err="1"/>
              <a:t>Kshitiz</a:t>
            </a:r>
            <a:r>
              <a:rPr lang="en-IN" sz="2400" b="1" dirty="0"/>
              <a:t> Srivastav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1238" y="4822191"/>
            <a:ext cx="525227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Submitted By </a:t>
            </a:r>
            <a:r>
              <a:rPr lang="en-IN" sz="2800" dirty="0">
                <a:solidFill>
                  <a:srgbClr val="002060"/>
                </a:solidFill>
              </a:rPr>
              <a:t>:</a:t>
            </a:r>
            <a:r>
              <a:rPr lang="en-IN" dirty="0"/>
              <a:t>   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Mukesh Prajapati</a:t>
            </a:r>
          </a:p>
          <a:p>
            <a:r>
              <a:rPr lang="en-IN" sz="2400" b="1" dirty="0">
                <a:solidFill>
                  <a:srgbClr val="002060"/>
                </a:solidFill>
              </a:rPr>
              <a:t>Branch</a:t>
            </a:r>
            <a:r>
              <a:rPr lang="en-IN" dirty="0"/>
              <a:t>                </a:t>
            </a:r>
            <a:r>
              <a:rPr lang="en-IN" sz="2400" b="1" dirty="0">
                <a:solidFill>
                  <a:srgbClr val="002060"/>
                </a:solidFill>
              </a:rPr>
              <a:t>: </a:t>
            </a:r>
            <a:r>
              <a:rPr lang="en-IN" dirty="0"/>
              <a:t>  </a:t>
            </a: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 . tech (cs industry integrated)</a:t>
            </a:r>
          </a:p>
          <a:p>
            <a:r>
              <a:rPr lang="en-IN" sz="2400" b="1" dirty="0">
                <a:solidFill>
                  <a:srgbClr val="002060"/>
                </a:solidFill>
              </a:rPr>
              <a:t>Roll-No  </a:t>
            </a:r>
            <a:r>
              <a:rPr lang="en-IN" dirty="0"/>
              <a:t>            </a:t>
            </a:r>
            <a:r>
              <a:rPr lang="en-IN" sz="2400" b="1">
                <a:solidFill>
                  <a:srgbClr val="002060"/>
                </a:solidFill>
              </a:rPr>
              <a:t>:  </a:t>
            </a:r>
            <a:r>
              <a:rPr lang="en-IN" b="1"/>
              <a:t> 202410101230007</a:t>
            </a:r>
            <a:endParaRPr lang="en-IN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770722" y="3258744"/>
            <a:ext cx="51753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chemeClr val="accent1">
                    <a:lumMod val="75000"/>
                  </a:schemeClr>
                </a:solidFill>
              </a:rPr>
              <a:t>JavaScript Lab Assignment 6</a:t>
            </a:r>
          </a:p>
        </p:txBody>
      </p:sp>
    </p:spTree>
    <p:extLst>
      <p:ext uri="{BB962C8B-B14F-4D97-AF65-F5344CB8AC3E}">
        <p14:creationId xmlns:p14="http://schemas.microsoft.com/office/powerpoint/2010/main" val="2164634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208173-46BF-B927-934E-49E283AF3388}"/>
              </a:ext>
            </a:extLst>
          </p:cNvPr>
          <p:cNvSpPr txBox="1"/>
          <p:nvPr/>
        </p:nvSpPr>
        <p:spPr>
          <a:xfrm>
            <a:off x="3452567" y="2305984"/>
            <a:ext cx="7488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Weather App</a:t>
            </a:r>
            <a:endParaRPr lang="en-IN" sz="6000" b="1" u="sng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691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3AD4C0-E949-B92A-E3BE-28BB5BC06046}"/>
              </a:ext>
            </a:extLst>
          </p:cNvPr>
          <p:cNvSpPr txBox="1"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Full HTML Codes:--</a:t>
            </a:r>
          </a:p>
        </p:txBody>
      </p:sp>
      <p:pic>
        <p:nvPicPr>
          <p:cNvPr id="4" name="Picture 3" descr="A screen shot of a computer program">
            <a:extLst>
              <a:ext uri="{FF2B5EF4-FFF2-40B4-BE49-F238E27FC236}">
                <a16:creationId xmlns:a16="http://schemas.microsoft.com/office/drawing/2014/main" id="{154FE738-703A-55B3-EDA4-A99BFAE05A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1419053"/>
            <a:ext cx="6780700" cy="401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219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F98B7C-46FA-E0AB-3120-F262A4B3CF04}"/>
              </a:ext>
            </a:extLst>
          </p:cNvPr>
          <p:cNvSpPr txBox="1"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CSS Codes:--</a:t>
            </a:r>
          </a:p>
        </p:txBody>
      </p:sp>
      <p:pic>
        <p:nvPicPr>
          <p:cNvPr id="4" name="Picture 3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247BE7DF-ED62-A4C1-BC06-DEF5B57EF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092" y="643466"/>
            <a:ext cx="6669148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731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07E6C2D-0316-C445-8A62-1C6555F3BC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50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8DFCEF-0AC8-565B-D254-B0FCD262B35D}"/>
              </a:ext>
            </a:extLst>
          </p:cNvPr>
          <p:cNvSpPr txBox="1"/>
          <p:nvPr/>
        </p:nvSpPr>
        <p:spPr>
          <a:xfrm>
            <a:off x="7935402" y="743447"/>
            <a:ext cx="3445765" cy="369202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>
                <a:latin typeface="+mj-lt"/>
                <a:ea typeface="+mj-ea"/>
                <a:cs typeface="+mj-cs"/>
              </a:rPr>
              <a:t>CSS Codes Styling the Current Weather Display Section</a:t>
            </a:r>
          </a:p>
        </p:txBody>
      </p:sp>
    </p:spTree>
    <p:extLst>
      <p:ext uri="{BB962C8B-B14F-4D97-AF65-F5344CB8AC3E}">
        <p14:creationId xmlns:p14="http://schemas.microsoft.com/office/powerpoint/2010/main" val="963566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2A50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9BFEE2-759E-E789-C630-2B35110A2EC1}"/>
              </a:ext>
            </a:extLst>
          </p:cNvPr>
          <p:cNvSpPr txBox="1"/>
          <p:nvPr/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Full codes of </a:t>
            </a:r>
            <a:r>
              <a:rPr lang="en-US" sz="2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javaScript</a:t>
            </a: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</a:t>
            </a:r>
          </a:p>
        </p:txBody>
      </p:sp>
      <p:pic>
        <p:nvPicPr>
          <p:cNvPr id="4" name="Picture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115D0C0-DA95-8FB1-4EFB-AA16B6C8B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513448"/>
            <a:ext cx="7188199" cy="3827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759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weather application&#10;&#10;Description automatically generated">
            <a:extLst>
              <a:ext uri="{FF2B5EF4-FFF2-40B4-BE49-F238E27FC236}">
                <a16:creationId xmlns:a16="http://schemas.microsoft.com/office/drawing/2014/main" id="{E1D35EA3-939E-391D-D977-C4253B8A03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82" r="29153" b="303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382359-F751-D843-0AFE-24ED2EB545F7}"/>
              </a:ext>
            </a:extLst>
          </p:cNvPr>
          <p:cNvSpPr txBox="1"/>
          <p:nvPr/>
        </p:nvSpPr>
        <p:spPr>
          <a:xfrm>
            <a:off x="477981" y="1122363"/>
            <a:ext cx="4023360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Results of Output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9553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3E343321-2439-FD17-2932-99B2BAE275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0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85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4E0CAE-2D80-6D03-D0FA-8F414C0BD93E}"/>
              </a:ext>
            </a:extLst>
          </p:cNvPr>
          <p:cNvSpPr txBox="1"/>
          <p:nvPr/>
        </p:nvSpPr>
        <p:spPr>
          <a:xfrm>
            <a:off x="523875" y="425950"/>
            <a:ext cx="11210925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Here is the Commit changes till 6</a:t>
            </a:r>
            <a:r>
              <a:rPr lang="en-US" sz="3600" baseline="300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th</a:t>
            </a:r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Experiment:-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35069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4356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3348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65</Words>
  <Application>Microsoft Office PowerPoint</Application>
  <PresentationFormat>Widescreen</PresentationFormat>
  <Paragraphs>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Shree Ramswaroop Memorial University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acer</dc:creator>
  <cp:lastModifiedBy>acer</cp:lastModifiedBy>
  <cp:revision>1</cp:revision>
  <dcterms:created xsi:type="dcterms:W3CDTF">2025-03-02T07:02:34Z</dcterms:created>
  <dcterms:modified xsi:type="dcterms:W3CDTF">2025-03-02T07:42:56Z</dcterms:modified>
</cp:coreProperties>
</file>